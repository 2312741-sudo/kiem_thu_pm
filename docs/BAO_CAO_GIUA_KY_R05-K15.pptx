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Mở đầu" id="{95269f01-fd09-4415-6ea2-93c2f377f9f8}">
          <p14:sldIdLst>
            <p14:sldId id="256"/>
            <p14:sldId id="257"/>
          </p14:sldIdLst>
        </p14:section>
        <p14:section name="Tiến độ" id="{314e9c1d-18e3-b994-c348-b1751faf405d}">
          <p14:sldIdLst>
            <p14:sldId id="258"/>
          </p14:sldIdLst>
        </p14:section>
        <p14:section name="Hệ thống và kiểm thử" id="{3bb62c01-94bd-f437-f081-1a83a2cf7ff2}">
          <p14:sldIdLst>
            <p14:sldId id="259"/>
            <p14:sldId id="260"/>
          </p14:sldIdLst>
        </p14:section>
        <p14:section name="Kế hoạch kiểm thử" id="{b4b83cd5-e287-cbe5-f5b4-65036a5f64be}">
          <p14:sldIdLst>
            <p14:sldId id="261"/>
          </p14:sldIdLst>
        </p14:section>
        <p14:section name="Kết quả sơ bộ" id="{b2452dd7-9a76-ae7a-a274-47f5cc9c4193}">
          <p14:sldIdLst>
            <p14:sldId id="262"/>
          </p14:sldIdLst>
        </p14:section>
        <p14:section name="Tiếp theo" id="{e830b022-244b-631d-f5ca-ee494a50ecc4}">
          <p14:sldIdLst>
            <p14:sldId id="263"/>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Giữa kỳ cần trình bày bốn thứ: demo hệ thống chạy, sơ đồ kiến trúc và tài liệu on-boarding, kế hoạch áp dụng kỹ thuật kiểm thử. Nhóm có thêm một kết quả thử nghiệm đầu tiên.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Đề tài đã đăng ký là R05-K15. Nhóm khóa phiên bản ở tag v6.2.0 để test chạy lại được. Phạm vi hẹp vào luồng booking theo lưu ý của giảng viên.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Mọi mục của Sprint 1 đã xong. Nhóm đã bắt đầu sang Sprint 2: harness cho nhiều scenario đã có bản nháp, đang chạy thử nhiều vòng. Phần phân tích nguyên nhân gốc và báo cáo cuối còn lại.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Đây là phần kiến trúc rút gọn. Sơ đồ đầy đủ ở docs/diagrams/kien-truc.md. Điểm mấu chốt rút ra khi đọc code: các bước kiểm tra chỉ đọc, giữa kiểm tra và ghi không có khóa, nên đây là nơi nhóm kỳ vọng tìm ra race.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Tài liệu on-boarding gồm phiên bản, lệnh cài đặt, biến môi trường, seed data. Smoke test chạy ba luồng: đặt, đổi, hủy lịch. Trong demo, nhóm chạy lệnh npm run demo:midterm để chứng minh.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Đây là phần đề bài yêu cầu cho giữa kỳ: kế hoạch áp dụng kỹ thuật với phạm vi test, giả định và tiêu chí đánh giá. Oracle là điểm khác biệt của kiểm thử race: không tin mã HTTP mà kiểm dữ liệu thật trong CSDL.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Kết quả sơ bộ: S1 đặt cùng slot PASS nhờ khóa idempotency. S2 đặt hai slot chồng lấn thì FAIL ở mọi vòng: host bị đặt chồng. Đây là lý do nhóm chọn kỹ thuật này. Kết quả đầy đủ 8 scenario, nguyên nhân gốc và thí nghiệm khắc phục sẽ trình bày ở cuối kỳ.</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Kế hoạch bốn giai đoạn đến bảo vệ. Rủi ro chính là race không tái hiện ổn định nên nhóm chạy nhiều vòng và báo tỉ lệ. Kết thúc phần báo cáo, mời thầy đặt câu hỏi.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IGHT">
    <p:bg>
      <p:bgPr>
        <a:solidFill>
          <a:srgbClr val="F4F2EC"/>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640080" y="640080"/>
            <a:ext cx="10908792" cy="868680"/>
          </a:xfrm>
          <a:prstGeom prst="rect">
            <a:avLst/>
          </a:prstGeom>
          <a:noFill/>
          <a:ln/>
        </p:spPr>
        <p:txBody>
          <a:bodyPr wrap="square" rtlCol="0"/>
          <a:lstStyle>
            <a:lvl1pPr indent="0" marL="0">
              <a:buNone/>
              <a:defRPr lang="en-US" sz="3400" b="1" dirty="0">
                <a:solidFill>
                  <a:srgbClr val="12202B"/>
                </a:solidFill>
                <a:latin typeface="Calibri" pitchFamily="34" charset="0"/>
                <a:ea typeface="Calibri" pitchFamily="34" charset="-122"/>
                <a:cs typeface="Calibri" pitchFamily="34" charset="-120"/>
              </a:defRPr>
            </a:lvl1pPr>
          </a:lstStyle>
          <a:p>
            <a:pPr indent="0" marL="0">
              <a:buNone/>
            </a:pPr>
            <a:endParaRPr lang="en-US" sz="3400" dirty="0"/>
          </a:p>
        </p:txBody>
      </p:sp>
      <p:sp>
        <p:nvSpPr>
          <p:cNvPr id="25" name="Slide Number Placeholder 0"/>
          <p:cNvSpPr>
            <a:spLocks noGrp="1"/>
          </p:cNvSpPr>
          <p:nvPr>
            <p:ph type="sldNum" sz="quarter" idx="4294967295"/>
          </p:nvPr>
        </p:nvSpPr>
        <p:spPr>
          <a:xfrm>
            <a:off x="11155680" y="6355080"/>
            <a:ext cx="45720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7A8592"/>
                </a:solidFill>
                <a:latin typeface="Calibri"/>
                <a:ea typeface="Calibri"/>
                <a:cs typeface="Calibri"/>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bg>
      <p:bgPr>
        <a:solidFill>
          <a:srgbClr val="12202B"/>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640080" y="640080"/>
            <a:ext cx="10908792" cy="868680"/>
          </a:xfrm>
          <a:prstGeom prst="rect">
            <a:avLst/>
          </a:prstGeom>
          <a:noFill/>
          <a:ln/>
        </p:spPr>
        <p:txBody>
          <a:bodyPr wrap="square" rtlCol="0"/>
          <a:lstStyle>
            <a:lvl1pPr indent="0" marL="0">
              <a:buNone/>
              <a:defRPr lang="en-US" sz="3400" b="1" dirty="0">
                <a:solidFill>
                  <a:srgbClr val="F4F2EC"/>
                </a:solidFill>
                <a:latin typeface="Calibri" pitchFamily="34" charset="0"/>
                <a:ea typeface="Calibri" pitchFamily="34" charset="-122"/>
                <a:cs typeface="Calibri" pitchFamily="34" charset="-120"/>
              </a:defRPr>
            </a:lvl1pPr>
          </a:lstStyle>
          <a:p>
            <a:pPr indent="0" marL="0">
              <a:buNone/>
            </a:pPr>
            <a:endParaRPr lang="en-US" sz="3400" dirty="0"/>
          </a:p>
        </p:txBody>
      </p:sp>
      <p:sp>
        <p:nvSpPr>
          <p:cNvPr id="25" name="Slide Number Placeholder 0"/>
          <p:cNvSpPr>
            <a:spLocks noGrp="1"/>
          </p:cNvSpPr>
          <p:nvPr>
            <p:ph type="sldNum" sz="quarter" idx="4294967295"/>
          </p:nvPr>
        </p:nvSpPr>
        <p:spPr>
          <a:xfrm>
            <a:off x="11155680" y="6355080"/>
            <a:ext cx="45720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8C9AA8"/>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DARK_BLANK">
    <p:bg>
      <p:bgPr>
        <a:solidFill>
          <a:srgbClr val="12202B"/>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355080"/>
            <a:ext cx="45720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7A8592"/>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640080" y="640080"/>
            <a:ext cx="10908792" cy="365760"/>
          </a:xfrm>
          <a:prstGeom prst="rect">
            <a:avLst/>
          </a:prstGeom>
          <a:noFill/>
          <a:ln/>
        </p:spPr>
        <p:txBody>
          <a:bodyPr wrap="square" lIns="0" tIns="0" rIns="0" bIns="0" rtlCol="0" anchor="ctr"/>
          <a:lstStyle/>
          <a:p>
            <a:pPr indent="0" marL="0">
              <a:buNone/>
            </a:pPr>
            <a:r>
              <a:rPr lang="en-US" sz="1600" b="1" spc="300" kern="0" dirty="0">
                <a:solidFill>
                  <a:srgbClr val="E07B39"/>
                </a:solidFill>
                <a:latin typeface="Consolas" pitchFamily="34" charset="0"/>
                <a:ea typeface="Consolas" pitchFamily="34" charset="-122"/>
                <a:cs typeface="Consolas" pitchFamily="34" charset="-120"/>
              </a:rPr>
              <a:t>BÁO CÁO GIỮA KỲ · MILESTONE 2 · 20/10</a:t>
            </a:r>
            <a:endParaRPr lang="en-US" sz="1600" dirty="0"/>
          </a:p>
        </p:txBody>
      </p:sp>
      <p:sp>
        <p:nvSpPr>
          <p:cNvPr id="3" name="Text 1"/>
          <p:cNvSpPr txBox="1"/>
          <p:nvPr/>
        </p:nvSpPr>
        <p:spPr>
          <a:xfrm>
            <a:off x="640080" y="1737360"/>
            <a:ext cx="10515600" cy="2194560"/>
          </a:xfrm>
          <a:prstGeom prst="rect">
            <a:avLst/>
          </a:prstGeom>
          <a:noFill/>
          <a:ln/>
        </p:spPr>
        <p:txBody>
          <a:bodyPr wrap="square" lIns="0" tIns="0" rIns="0" bIns="0" rtlCol="0" anchor="t"/>
          <a:lstStyle/>
          <a:p>
            <a:pPr indent="0" marL="0">
              <a:buNone/>
            </a:pPr>
            <a:r>
              <a:rPr lang="en-US" sz="5400" b="1" dirty="0">
                <a:solidFill>
                  <a:srgbClr val="F4F2EC"/>
                </a:solidFill>
                <a:latin typeface="Calibri" pitchFamily="34" charset="0"/>
                <a:ea typeface="Calibri" pitchFamily="34" charset="-122"/>
                <a:cs typeface="Calibri" pitchFamily="34" charset="-120"/>
              </a:rPr>
              <a:t>R05-K15</a:t>
            </a:r>
            <a:endParaRPr lang="en-US" sz="5400" dirty="0"/>
          </a:p>
          <a:p>
            <a:pPr indent="0" marL="0">
              <a:buNone/>
            </a:pPr>
            <a:r>
              <a:rPr lang="en-US" sz="5400" b="1" dirty="0">
                <a:solidFill>
                  <a:srgbClr val="F4F2EC"/>
                </a:solidFill>
                <a:latin typeface="Calibri" pitchFamily="34" charset="0"/>
                <a:ea typeface="Calibri" pitchFamily="34" charset="-122"/>
                <a:cs typeface="Calibri" pitchFamily="34" charset="-120"/>
              </a:rPr>
              <a:t>Kiểm thử race condition cho Cal.com</a:t>
            </a:r>
            <a:endParaRPr lang="en-US" sz="5400" dirty="0"/>
          </a:p>
        </p:txBody>
      </p:sp>
      <p:sp>
        <p:nvSpPr>
          <p:cNvPr id="4" name="Text 2"/>
          <p:cNvSpPr txBox="1"/>
          <p:nvPr/>
        </p:nvSpPr>
        <p:spPr>
          <a:xfrm>
            <a:off x="640080" y="4114800"/>
            <a:ext cx="9601200" cy="822960"/>
          </a:xfrm>
          <a:prstGeom prst="rect">
            <a:avLst/>
          </a:prstGeom>
          <a:noFill/>
          <a:ln/>
        </p:spPr>
        <p:txBody>
          <a:bodyPr wrap="square" lIns="0" tIns="0" rIns="0" bIns="0" rtlCol="0" anchor="t"/>
          <a:lstStyle/>
          <a:p>
            <a:pPr indent="0" marL="0">
              <a:buNone/>
            </a:pPr>
            <a:r>
              <a:rPr lang="en-US" sz="2400" dirty="0">
                <a:solidFill>
                  <a:srgbClr val="B8C6D2"/>
                </a:solidFill>
                <a:latin typeface="Calibri" pitchFamily="34" charset="0"/>
                <a:ea typeface="Calibri" pitchFamily="34" charset="-122"/>
                <a:cs typeface="Calibri" pitchFamily="34" charset="-120"/>
              </a:rPr>
              <a:t>Đã dựng hệ thống, đã vẽ kiến trúc, đã có kế hoạch kiểm thử và kết quả thử nghiệm đầu tiên</a:t>
            </a:r>
            <a:endParaRPr lang="en-US" sz="2400" dirty="0"/>
          </a:p>
        </p:txBody>
      </p:sp>
      <p:sp>
        <p:nvSpPr>
          <p:cNvPr id="5" name="Text 3"/>
          <p:cNvSpPr txBox="1"/>
          <p:nvPr/>
        </p:nvSpPr>
        <p:spPr>
          <a:xfrm>
            <a:off x="640080" y="5577840"/>
            <a:ext cx="6400800" cy="731520"/>
          </a:xfrm>
          <a:prstGeom prst="rect">
            <a:avLst/>
          </a:prstGeom>
          <a:noFill/>
          <a:ln/>
        </p:spPr>
        <p:txBody>
          <a:bodyPr wrap="square" lIns="0" tIns="0" rIns="0" bIns="0" rtlCol="0" anchor="ctr"/>
          <a:lstStyle/>
          <a:p>
            <a:pPr indent="0" marL="0">
              <a:buNone/>
            </a:pPr>
            <a:r>
              <a:rPr lang="en-US" sz="1600" dirty="0">
                <a:solidFill>
                  <a:srgbClr val="B8C6D2"/>
                </a:solidFill>
                <a:latin typeface="Calibri" pitchFamily="34" charset="0"/>
                <a:ea typeface="Calibri" pitchFamily="34" charset="-122"/>
                <a:cs typeface="Calibri" pitchFamily="34" charset="-120"/>
              </a:rPr>
              <a:t>Môn Kiểm thử phần mềm · GV Nguyễn Thế Lâm</a:t>
            </a:r>
            <a:endParaRPr lang="en-US" sz="1600" dirty="0"/>
          </a:p>
          <a:p>
            <a:pPr indent="0" marL="0">
              <a:buNone/>
            </a:pPr>
            <a:r>
              <a:rPr lang="en-US" sz="1600" dirty="0">
                <a:solidFill>
                  <a:srgbClr val="B8C6D2"/>
                </a:solidFill>
                <a:latin typeface="Calibri" pitchFamily="34" charset="0"/>
                <a:ea typeface="Calibri" pitchFamily="34" charset="-122"/>
                <a:cs typeface="Calibri" pitchFamily="34" charset="-120"/>
              </a:rPr>
              <a:t>Khoa CNTT – Trường Đại học Đà Lạt</a:t>
            </a:r>
            <a:endParaRPr lang="en-US" sz="1600" dirty="0"/>
          </a:p>
        </p:txBody>
      </p:sp>
      <p:sp>
        <p:nvSpPr>
          <p:cNvPr id="6" name="Text 4"/>
          <p:cNvSpPr txBox="1"/>
          <p:nvPr/>
        </p:nvSpPr>
        <p:spPr>
          <a:xfrm>
            <a:off x="7498080" y="5577840"/>
            <a:ext cx="4023360" cy="731520"/>
          </a:xfrm>
          <a:prstGeom prst="rect">
            <a:avLst/>
          </a:prstGeom>
          <a:noFill/>
          <a:ln/>
        </p:spPr>
        <p:txBody>
          <a:bodyPr wrap="square" lIns="0" tIns="0" rIns="0" bIns="0" rtlCol="0" anchor="ctr"/>
          <a:lstStyle/>
          <a:p>
            <a:pPr algn="r" indent="0" marL="0">
              <a:buNone/>
            </a:pPr>
            <a:r>
              <a:rPr lang="en-US" sz="1600" dirty="0">
                <a:solidFill>
                  <a:srgbClr val="B8C6D2"/>
                </a:solidFill>
                <a:latin typeface="Calibri" pitchFamily="34" charset="0"/>
                <a:ea typeface="Calibri" pitchFamily="34" charset="-122"/>
                <a:cs typeface="Calibri" pitchFamily="34" charset="-120"/>
              </a:rPr>
              <a:t>Nhóm: [Tên thành viên 1 – 4]</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640080" y="292608"/>
            <a:ext cx="10908792" cy="274320"/>
          </a:xfrm>
          <a:prstGeom prst="rect">
            <a:avLst/>
          </a:prstGeom>
          <a:noFill/>
          <a:ln/>
        </p:spPr>
        <p:txBody>
          <a:bodyPr wrap="square" lIns="0" tIns="0" rIns="0" bIns="0" rtlCol="0" anchor="ctr"/>
          <a:lstStyle/>
          <a:p>
            <a:pPr indent="0" marL="0">
              <a:buNone/>
            </a:pPr>
            <a:r>
              <a:rPr lang="en-US" sz="1300" b="1" spc="200" kern="0" dirty="0">
                <a:solidFill>
                  <a:srgbClr val="B4531A"/>
                </a:solidFill>
                <a:latin typeface="Consolas" pitchFamily="34" charset="0"/>
                <a:ea typeface="Consolas" pitchFamily="34" charset="-122"/>
                <a:cs typeface="Consolas" pitchFamily="34" charset="-120"/>
              </a:rPr>
              <a:t>01 · ĐỀ TÀI ĐÃ CHỐT</a:t>
            </a:r>
            <a:endParaRPr lang="en-US" sz="1300" dirty="0"/>
          </a:p>
        </p:txBody>
      </p:sp>
      <p:sp>
        <p:nvSpPr>
          <p:cNvPr id="3" name="Text 0"/>
          <p:cNvSpPr/>
          <p:nvPr>
            <p:ph idx="100" type="title" hasCustomPrompt="1"/>
          </p:nvPr>
        </p:nvSpPr>
        <p:spPr>
          <a:xfrm>
            <a:off x="640080" y="640080"/>
            <a:ext cx="10908792" cy="868680"/>
          </a:xfrm>
          <a:prstGeom prst="rect">
            <a:avLst/>
          </a:prstGeom>
          <a:noFill/>
          <a:ln/>
        </p:spPr>
        <p:txBody>
          <a:bodyPr wrap="square" lIns="0" tIns="0" rIns="0" bIns="0" rtlCol="0" anchor="t"/>
          <a:lstStyle/>
          <a:p>
            <a:pPr indent="0" marL="0">
              <a:buNone/>
            </a:pPr>
            <a:r>
              <a:rPr lang="en-US" sz="3400" b="1" dirty="0">
                <a:solidFill>
                  <a:srgbClr val="12202B"/>
                </a:solidFill>
                <a:latin typeface="Calibri" pitchFamily="34" charset="0"/>
                <a:ea typeface="Calibri" pitchFamily="34" charset="-122"/>
                <a:cs typeface="Calibri" pitchFamily="34" charset="-120"/>
              </a:rPr>
              <a:t>Một tổ hợp Repo + Kỹ thuật, đã cố định phiên bản</a:t>
            </a:r>
            <a:endParaRPr lang="en-US" sz="3400" dirty="0"/>
          </a:p>
        </p:txBody>
      </p:sp>
      <p:sp>
        <p:nvSpPr>
          <p:cNvPr id="4" name="Shape 2"/>
          <p:cNvSpPr/>
          <p:nvPr/>
        </p:nvSpPr>
        <p:spPr>
          <a:xfrm>
            <a:off x="640080" y="1783080"/>
            <a:ext cx="3422904" cy="3017520"/>
          </a:xfrm>
          <a:prstGeom prst="roundRect">
            <a:avLst>
              <a:gd name="adj" fmla="val 3636"/>
            </a:avLst>
          </a:prstGeom>
          <a:solidFill>
            <a:srgbClr val="FBFAF6"/>
          </a:solidFill>
          <a:ln w="12700">
            <a:solidFill>
              <a:srgbClr val="DAD6CC"/>
            </a:solidFill>
            <a:prstDash val="solid"/>
          </a:ln>
        </p:spPr>
      </p:sp>
      <p:sp>
        <p:nvSpPr>
          <p:cNvPr id="5" name="Text 3"/>
          <p:cNvSpPr txBox="1"/>
          <p:nvPr/>
        </p:nvSpPr>
        <p:spPr>
          <a:xfrm>
            <a:off x="914400" y="1965960"/>
            <a:ext cx="2874264" cy="274320"/>
          </a:xfrm>
          <a:prstGeom prst="rect">
            <a:avLst/>
          </a:prstGeom>
          <a:noFill/>
          <a:ln/>
        </p:spPr>
        <p:txBody>
          <a:bodyPr wrap="square" lIns="0" tIns="0" rIns="0" bIns="0" rtlCol="0" anchor="ctr"/>
          <a:lstStyle/>
          <a:p>
            <a:pPr indent="0" marL="0">
              <a:buNone/>
            </a:pPr>
            <a:r>
              <a:rPr lang="en-US" sz="1300" b="1" dirty="0">
                <a:solidFill>
                  <a:srgbClr val="2558B8"/>
                </a:solidFill>
                <a:latin typeface="Consolas" pitchFamily="34" charset="0"/>
                <a:ea typeface="Consolas" pitchFamily="34" charset="-122"/>
                <a:cs typeface="Consolas" pitchFamily="34" charset="-120"/>
              </a:rPr>
              <a:t>REPO · R05</a:t>
            </a:r>
            <a:endParaRPr lang="en-US" sz="1300" dirty="0"/>
          </a:p>
        </p:txBody>
      </p:sp>
      <p:sp>
        <p:nvSpPr>
          <p:cNvPr id="6" name="Text 4"/>
          <p:cNvSpPr txBox="1"/>
          <p:nvPr/>
        </p:nvSpPr>
        <p:spPr>
          <a:xfrm>
            <a:off x="914400" y="2377440"/>
            <a:ext cx="2874264" cy="548640"/>
          </a:xfrm>
          <a:prstGeom prst="rect">
            <a:avLst/>
          </a:prstGeom>
          <a:noFill/>
          <a:ln/>
        </p:spPr>
        <p:txBody>
          <a:bodyPr wrap="square" lIns="0" tIns="0" rIns="0" bIns="0" rtlCol="0" anchor="ctr"/>
          <a:lstStyle/>
          <a:p>
            <a:pPr indent="0" marL="0">
              <a:buNone/>
            </a:pPr>
            <a:r>
              <a:rPr lang="en-US" sz="2600" b="1" dirty="0">
                <a:solidFill>
                  <a:srgbClr val="12202B"/>
                </a:solidFill>
                <a:latin typeface="Calibri" pitchFamily="34" charset="0"/>
                <a:ea typeface="Calibri" pitchFamily="34" charset="-122"/>
                <a:cs typeface="Calibri" pitchFamily="34" charset="-120"/>
              </a:rPr>
              <a:t>Cal.com</a:t>
            </a:r>
            <a:endParaRPr lang="en-US" sz="2600" dirty="0"/>
          </a:p>
        </p:txBody>
      </p:sp>
      <p:sp>
        <p:nvSpPr>
          <p:cNvPr id="7" name="Text 5"/>
          <p:cNvSpPr txBox="1"/>
          <p:nvPr/>
        </p:nvSpPr>
        <p:spPr>
          <a:xfrm>
            <a:off x="914400" y="3063240"/>
            <a:ext cx="2874264" cy="1554480"/>
          </a:xfrm>
          <a:prstGeom prst="rect">
            <a:avLst/>
          </a:prstGeom>
          <a:noFill/>
          <a:ln/>
        </p:spPr>
        <p:txBody>
          <a:bodyPr wrap="square" lIns="0" tIns="0" rIns="0" bIns="0" rtlCol="0" anchor="t"/>
          <a:lstStyle/>
          <a:p>
            <a:pPr indent="0" marL="0">
              <a:buNone/>
            </a:pPr>
            <a:r>
              <a:rPr lang="en-US" sz="1600" dirty="0">
                <a:solidFill>
                  <a:srgbClr val="4A5866"/>
                </a:solidFill>
                <a:latin typeface="Calibri" pitchFamily="34" charset="0"/>
                <a:ea typeface="Calibri" pitchFamily="34" charset="-122"/>
                <a:cs typeface="Calibri" pitchFamily="34" charset="-120"/>
              </a:rPr>
              <a:t>Nền tảng đặt lịch mã nguồn mở. TypeScript, Next.js 16, PostgreSQL + Prisma, monorepo.</a:t>
            </a:r>
            <a:endParaRPr lang="en-US" sz="1600" dirty="0"/>
          </a:p>
        </p:txBody>
      </p:sp>
      <p:sp>
        <p:nvSpPr>
          <p:cNvPr id="8" name="Shape 6"/>
          <p:cNvSpPr/>
          <p:nvPr/>
        </p:nvSpPr>
        <p:spPr>
          <a:xfrm>
            <a:off x="4383024" y="1783080"/>
            <a:ext cx="3422904" cy="3017520"/>
          </a:xfrm>
          <a:prstGeom prst="roundRect">
            <a:avLst>
              <a:gd name="adj" fmla="val 3636"/>
            </a:avLst>
          </a:prstGeom>
          <a:solidFill>
            <a:srgbClr val="FBFAF6"/>
          </a:solidFill>
          <a:ln w="12700">
            <a:solidFill>
              <a:srgbClr val="DAD6CC"/>
            </a:solidFill>
            <a:prstDash val="solid"/>
          </a:ln>
        </p:spPr>
      </p:sp>
      <p:sp>
        <p:nvSpPr>
          <p:cNvPr id="9" name="Text 7"/>
          <p:cNvSpPr txBox="1"/>
          <p:nvPr/>
        </p:nvSpPr>
        <p:spPr>
          <a:xfrm>
            <a:off x="4657344" y="1965960"/>
            <a:ext cx="2874264" cy="274320"/>
          </a:xfrm>
          <a:prstGeom prst="rect">
            <a:avLst/>
          </a:prstGeom>
          <a:noFill/>
          <a:ln/>
        </p:spPr>
        <p:txBody>
          <a:bodyPr wrap="square" lIns="0" tIns="0" rIns="0" bIns="0" rtlCol="0" anchor="ctr"/>
          <a:lstStyle/>
          <a:p>
            <a:pPr indent="0" marL="0">
              <a:buNone/>
            </a:pPr>
            <a:r>
              <a:rPr lang="en-US" sz="1300" b="1" dirty="0">
                <a:solidFill>
                  <a:srgbClr val="2558B8"/>
                </a:solidFill>
                <a:latin typeface="Consolas" pitchFamily="34" charset="0"/>
                <a:ea typeface="Consolas" pitchFamily="34" charset="-122"/>
                <a:cs typeface="Consolas" pitchFamily="34" charset="-120"/>
              </a:rPr>
              <a:t>KỸ THUẬT · K15</a:t>
            </a:r>
            <a:endParaRPr lang="en-US" sz="1300" dirty="0"/>
          </a:p>
        </p:txBody>
      </p:sp>
      <p:sp>
        <p:nvSpPr>
          <p:cNvPr id="10" name="Text 8"/>
          <p:cNvSpPr txBox="1"/>
          <p:nvPr/>
        </p:nvSpPr>
        <p:spPr>
          <a:xfrm>
            <a:off x="4657344" y="2377440"/>
            <a:ext cx="2874264" cy="548640"/>
          </a:xfrm>
          <a:prstGeom prst="rect">
            <a:avLst/>
          </a:prstGeom>
          <a:noFill/>
          <a:ln/>
        </p:spPr>
        <p:txBody>
          <a:bodyPr wrap="square" lIns="0" tIns="0" rIns="0" bIns="0" rtlCol="0" anchor="ctr"/>
          <a:lstStyle/>
          <a:p>
            <a:pPr indent="0" marL="0">
              <a:buNone/>
            </a:pPr>
            <a:r>
              <a:rPr lang="en-US" sz="2600" b="1" dirty="0">
                <a:solidFill>
                  <a:srgbClr val="12202B"/>
                </a:solidFill>
                <a:latin typeface="Calibri" pitchFamily="34" charset="0"/>
                <a:ea typeface="Calibri" pitchFamily="34" charset="-122"/>
                <a:cs typeface="Calibri" pitchFamily="34" charset="-120"/>
              </a:rPr>
              <a:t>Concurrency / Race</a:t>
            </a:r>
            <a:endParaRPr lang="en-US" sz="2600" dirty="0"/>
          </a:p>
        </p:txBody>
      </p:sp>
      <p:sp>
        <p:nvSpPr>
          <p:cNvPr id="11" name="Text 9"/>
          <p:cNvSpPr txBox="1"/>
          <p:nvPr/>
        </p:nvSpPr>
        <p:spPr>
          <a:xfrm>
            <a:off x="4657344" y="3063240"/>
            <a:ext cx="2874264" cy="1554480"/>
          </a:xfrm>
          <a:prstGeom prst="rect">
            <a:avLst/>
          </a:prstGeom>
          <a:noFill/>
          <a:ln/>
        </p:spPr>
        <p:txBody>
          <a:bodyPr wrap="square" lIns="0" tIns="0" rIns="0" bIns="0" rtlCol="0" anchor="t"/>
          <a:lstStyle/>
          <a:p>
            <a:pPr indent="0" marL="0">
              <a:buNone/>
            </a:pPr>
            <a:r>
              <a:rPr lang="en-US" sz="1600" dirty="0">
                <a:solidFill>
                  <a:srgbClr val="4A5866"/>
                </a:solidFill>
                <a:latin typeface="Calibri" pitchFamily="34" charset="0"/>
                <a:ea typeface="Calibri" pitchFamily="34" charset="-122"/>
                <a:cs typeface="Calibri" pitchFamily="34" charset="-120"/>
              </a:rPr>
              <a:t>Gửi nhiều request đồng thời, kiểm invariant trực tiếp trong CSDL.</a:t>
            </a:r>
            <a:endParaRPr lang="en-US" sz="1600" dirty="0"/>
          </a:p>
        </p:txBody>
      </p:sp>
      <p:sp>
        <p:nvSpPr>
          <p:cNvPr id="12" name="Shape 10"/>
          <p:cNvSpPr/>
          <p:nvPr/>
        </p:nvSpPr>
        <p:spPr>
          <a:xfrm>
            <a:off x="8125968" y="1783080"/>
            <a:ext cx="3422904" cy="3017520"/>
          </a:xfrm>
          <a:prstGeom prst="roundRect">
            <a:avLst>
              <a:gd name="adj" fmla="val 3636"/>
            </a:avLst>
          </a:prstGeom>
          <a:solidFill>
            <a:srgbClr val="FBFAF6"/>
          </a:solidFill>
          <a:ln w="12700">
            <a:solidFill>
              <a:srgbClr val="DAD6CC"/>
            </a:solidFill>
            <a:prstDash val="solid"/>
          </a:ln>
        </p:spPr>
      </p:sp>
      <p:sp>
        <p:nvSpPr>
          <p:cNvPr id="13" name="Text 11"/>
          <p:cNvSpPr txBox="1"/>
          <p:nvPr/>
        </p:nvSpPr>
        <p:spPr>
          <a:xfrm>
            <a:off x="8400288" y="1965960"/>
            <a:ext cx="2874264" cy="274320"/>
          </a:xfrm>
          <a:prstGeom prst="rect">
            <a:avLst/>
          </a:prstGeom>
          <a:noFill/>
          <a:ln/>
        </p:spPr>
        <p:txBody>
          <a:bodyPr wrap="square" lIns="0" tIns="0" rIns="0" bIns="0" rtlCol="0" anchor="ctr"/>
          <a:lstStyle/>
          <a:p>
            <a:pPr indent="0" marL="0">
              <a:buNone/>
            </a:pPr>
            <a:r>
              <a:rPr lang="en-US" sz="1300" b="1" dirty="0">
                <a:solidFill>
                  <a:srgbClr val="2558B8"/>
                </a:solidFill>
                <a:latin typeface="Consolas" pitchFamily="34" charset="0"/>
                <a:ea typeface="Consolas" pitchFamily="34" charset="-122"/>
                <a:cs typeface="Consolas" pitchFamily="34" charset="-120"/>
              </a:rPr>
              <a:t>PHIÊN BẢN ĐÃ PIN</a:t>
            </a:r>
            <a:endParaRPr lang="en-US" sz="1300" dirty="0"/>
          </a:p>
        </p:txBody>
      </p:sp>
      <p:sp>
        <p:nvSpPr>
          <p:cNvPr id="14" name="Text 12"/>
          <p:cNvSpPr txBox="1"/>
          <p:nvPr/>
        </p:nvSpPr>
        <p:spPr>
          <a:xfrm>
            <a:off x="8400288" y="2377440"/>
            <a:ext cx="2874264" cy="548640"/>
          </a:xfrm>
          <a:prstGeom prst="rect">
            <a:avLst/>
          </a:prstGeom>
          <a:noFill/>
          <a:ln/>
        </p:spPr>
        <p:txBody>
          <a:bodyPr wrap="square" lIns="0" tIns="0" rIns="0" bIns="0" rtlCol="0" anchor="ctr"/>
          <a:lstStyle/>
          <a:p>
            <a:pPr indent="0" marL="0">
              <a:buNone/>
            </a:pPr>
            <a:r>
              <a:rPr lang="en-US" sz="2600" b="1" dirty="0">
                <a:solidFill>
                  <a:srgbClr val="12202B"/>
                </a:solidFill>
                <a:latin typeface="Calibri" pitchFamily="34" charset="0"/>
                <a:ea typeface="Calibri" pitchFamily="34" charset="-122"/>
                <a:cs typeface="Calibri" pitchFamily="34" charset="-120"/>
              </a:rPr>
              <a:t>v6.2.0</a:t>
            </a:r>
            <a:endParaRPr lang="en-US" sz="2600" dirty="0"/>
          </a:p>
        </p:txBody>
      </p:sp>
      <p:sp>
        <p:nvSpPr>
          <p:cNvPr id="15" name="Text 13"/>
          <p:cNvSpPr txBox="1"/>
          <p:nvPr/>
        </p:nvSpPr>
        <p:spPr>
          <a:xfrm>
            <a:off x="8400288" y="3063240"/>
            <a:ext cx="2874264" cy="1554480"/>
          </a:xfrm>
          <a:prstGeom prst="rect">
            <a:avLst/>
          </a:prstGeom>
          <a:noFill/>
          <a:ln/>
        </p:spPr>
        <p:txBody>
          <a:bodyPr wrap="square" lIns="0" tIns="0" rIns="0" bIns="0" rtlCol="0" anchor="t"/>
          <a:lstStyle/>
          <a:p>
            <a:pPr indent="0" marL="0">
              <a:buNone/>
            </a:pPr>
            <a:r>
              <a:rPr lang="en-US" sz="1600" dirty="0">
                <a:solidFill>
                  <a:srgbClr val="4A5866"/>
                </a:solidFill>
                <a:latin typeface="Calibri" pitchFamily="34" charset="0"/>
                <a:ea typeface="Calibri" pitchFamily="34" charset="-122"/>
                <a:cs typeface="Calibri" pitchFamily="34" charset="-120"/>
              </a:rPr>
              <a:t>Commit 1c193cca8682b33b9866c792186033f7ef886682, tránh nhánh main thay đổi giữa kỳ.</a:t>
            </a:r>
            <a:endParaRPr lang="en-US" sz="1600" dirty="0"/>
          </a:p>
        </p:txBody>
      </p:sp>
      <p:sp>
        <p:nvSpPr>
          <p:cNvPr id="16" name="Text 14"/>
          <p:cNvSpPr txBox="1"/>
          <p:nvPr/>
        </p:nvSpPr>
        <p:spPr>
          <a:xfrm>
            <a:off x="640080" y="5166360"/>
            <a:ext cx="10908792" cy="457200"/>
          </a:xfrm>
          <a:prstGeom prst="rect">
            <a:avLst/>
          </a:prstGeom>
          <a:noFill/>
          <a:ln/>
        </p:spPr>
        <p:txBody>
          <a:bodyPr wrap="square" lIns="0" tIns="0" rIns="0" bIns="0" rtlCol="0" anchor="ctr"/>
          <a:lstStyle/>
          <a:p>
            <a:pPr indent="0" marL="0">
              <a:buNone/>
            </a:pPr>
            <a:r>
              <a:rPr lang="en-US" sz="1800" dirty="0">
                <a:solidFill>
                  <a:srgbClr val="4A5866"/>
                </a:solidFill>
                <a:latin typeface="Calibri" pitchFamily="34" charset="0"/>
                <a:ea typeface="Calibri" pitchFamily="34" charset="-122"/>
                <a:cs typeface="Calibri" pitchFamily="34" charset="-120"/>
              </a:rPr>
              <a:t>Phạm vi: chỉ luồng đặt lịch, đổi lịch, hủy lịch (booking). Không ôm toàn bộ monorepo.</a:t>
            </a:r>
            <a:endParaRPr lang="en-US" sz="1800" dirty="0"/>
          </a:p>
        </p:txBody>
      </p:sp>
      <p:sp>
        <p:nvSpPr>
          <p:cNvPr id="25" name="Slide Number Placeholder 0"/>
          <p:cNvSpPr>
            <a:spLocks noGrp="1"/>
          </p:cNvSpPr>
          <p:nvPr>
            <p:ph type="sldNum" sz="quarter" idx="4294967295"/>
          </p:nvPr>
        </p:nvSpPr>
        <p:spPr>
          <a:xfrm>
            <a:off x="11155680" y="6355080"/>
            <a:ext cx="45720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7A8592"/>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640080" y="292608"/>
            <a:ext cx="10908792" cy="274320"/>
          </a:xfrm>
          <a:prstGeom prst="rect">
            <a:avLst/>
          </a:prstGeom>
          <a:noFill/>
          <a:ln/>
        </p:spPr>
        <p:txBody>
          <a:bodyPr wrap="square" lIns="0" tIns="0" rIns="0" bIns="0" rtlCol="0" anchor="ctr"/>
          <a:lstStyle/>
          <a:p>
            <a:pPr indent="0" marL="0">
              <a:buNone/>
            </a:pPr>
            <a:r>
              <a:rPr lang="en-US" sz="1300" b="1" spc="200" kern="0" dirty="0">
                <a:solidFill>
                  <a:srgbClr val="B4531A"/>
                </a:solidFill>
                <a:latin typeface="Consolas" pitchFamily="34" charset="0"/>
                <a:ea typeface="Consolas" pitchFamily="34" charset="-122"/>
                <a:cs typeface="Consolas" pitchFamily="34" charset="-120"/>
              </a:rPr>
              <a:t>02 · TIẾN ĐỘ SO VỚI KẾ HOẠCH</a:t>
            </a:r>
            <a:endParaRPr lang="en-US" sz="1300" dirty="0"/>
          </a:p>
        </p:txBody>
      </p:sp>
      <p:sp>
        <p:nvSpPr>
          <p:cNvPr id="3" name="Text 0"/>
          <p:cNvSpPr/>
          <p:nvPr>
            <p:ph idx="100" type="title" hasCustomPrompt="1"/>
          </p:nvPr>
        </p:nvSpPr>
        <p:spPr>
          <a:xfrm>
            <a:off x="640080" y="640080"/>
            <a:ext cx="10908792" cy="868680"/>
          </a:xfrm>
          <a:prstGeom prst="rect">
            <a:avLst/>
          </a:prstGeom>
          <a:noFill/>
          <a:ln/>
        </p:spPr>
        <p:txBody>
          <a:bodyPr wrap="square" lIns="0" tIns="0" rIns="0" bIns="0" rtlCol="0" anchor="t"/>
          <a:lstStyle/>
          <a:p>
            <a:pPr indent="0" marL="0">
              <a:buNone/>
            </a:pPr>
            <a:r>
              <a:rPr lang="en-US" sz="3400" b="1" dirty="0">
                <a:solidFill>
                  <a:srgbClr val="12202B"/>
                </a:solidFill>
                <a:latin typeface="Calibri" pitchFamily="34" charset="0"/>
                <a:ea typeface="Calibri" pitchFamily="34" charset="-122"/>
                <a:cs typeface="Calibri" pitchFamily="34" charset="-120"/>
              </a:rPr>
              <a:t>Sprint 1 hoàn thành, đã làm trước một phần Sprint 2</a:t>
            </a:r>
            <a:endParaRPr lang="en-US" sz="34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640080" y="1600200"/>
          <a:ext cx="10908792" cy="914400"/>
        </p:xfrm>
        <a:graphic>
          <a:graphicData uri="http://schemas.openxmlformats.org/drawingml/2006/table">
            <a:tbl>
              <a:tblPr/>
              <a:tblGrid>
                <a:gridCol w="5120640"/>
                <a:gridCol w="1280160"/>
                <a:gridCol w="1463040"/>
                <a:gridCol w="3044952"/>
              </a:tblGrid>
              <a:tr h="457200">
                <a:tc>
                  <a:txBody>
                    <a:bodyPr/>
                    <a:lstStyle/>
                    <a:p>
                      <a:pPr indent="0" marL="0">
                        <a:buNone/>
                      </a:pPr>
                      <a:r>
                        <a:rPr lang="en-US" sz="1400" b="1" dirty="0">
                          <a:solidFill>
                            <a:srgbClr val="12202B"/>
                          </a:solidFill>
                          <a:latin typeface="Calibri" pitchFamily="34" charset="0"/>
                          <a:ea typeface="Calibri" pitchFamily="34" charset="-122"/>
                          <a:cs typeface="Calibri" pitchFamily="34" charset="-120"/>
                        </a:rPr>
                        <a:t>Hạng mục</a:t>
                      </a:r>
                      <a:endParaRPr lang="en-US" sz="1400" dirty="0">
                        <a:latin typeface="Calibri" charset="0"/>
                        <a:ea typeface="Calibri" charset="0"/>
                        <a:cs typeface="Calibri" charset="0"/>
                      </a:endParaRPr>
                    </a:p>
                  </a:txBody>
                  <a:tcPr marL="91440" marR="91440" marT="36576" marB="36576" anchor="ctr">
                    <a:lnL w="9525" cap="flat" cmpd="sng" algn="ctr">
                      <a:solidFill>
                        <a:srgbClr val="DAD6CC"/>
                      </a:solidFill>
                      <a:prstDash val="solid"/>
                      <a:round/>
                      <a:headEnd type="none" w="med" len="med"/>
                      <a:tailEnd type="none" w="med" len="med"/>
                    </a:lnL>
                    <a:lnR w="9525" cap="flat" cmpd="sng" algn="ctr">
                      <a:solidFill>
                        <a:srgbClr val="DAD6CC"/>
                      </a:solidFill>
                      <a:prstDash val="solid"/>
                      <a:round/>
                      <a:headEnd type="none" w="med" len="med"/>
                      <a:tailEnd type="none" w="med" len="med"/>
                    </a:lnR>
                    <a:lnT w="9525" cap="flat" cmpd="sng" algn="ctr">
                      <a:solidFill>
                        <a:srgbClr val="DAD6CC"/>
                      </a:solidFill>
                      <a:prstDash val="solid"/>
                      <a:round/>
                      <a:headEnd type="none" w="med" len="med"/>
                      <a:tailEnd type="none" w="med" len="med"/>
                    </a:lnT>
                    <a:lnB w="9525" cap="flat" cmpd="sng" algn="ctr">
                      <a:solidFill>
                        <a:srgbClr val="DAD6CC"/>
                      </a:solidFill>
                      <a:prstDash val="solid"/>
                      <a:round/>
                      <a:headEnd type="none" w="med" len="med"/>
                      <a:tailEnd type="none" w="med" len="med"/>
                    </a:lnB>
                    <a:solidFill>
                      <a:srgbClr val="E6E2D6"/>
                    </a:solidFill>
                  </a:tcPr>
                </a:tc>
                <a:tc>
                  <a:txBody>
                    <a:bodyPr/>
                    <a:lstStyle/>
                    <a:p>
                      <a:pPr indent="0" marL="0">
                        <a:buNone/>
                      </a:pPr>
                      <a:r>
                        <a:rPr lang="en-US" sz="1400" b="1" dirty="0">
                          <a:solidFill>
                            <a:srgbClr val="12202B"/>
                          </a:solidFill>
                          <a:latin typeface="Calibri" pitchFamily="34" charset="0"/>
                          <a:ea typeface="Calibri" pitchFamily="34" charset="-122"/>
                          <a:cs typeface="Calibri" pitchFamily="34" charset="-120"/>
                        </a:rPr>
                        <a:t>Sprint</a:t>
                      </a:r>
                      <a:endParaRPr lang="en-US" sz="1400" dirty="0">
                        <a:latin typeface="Calibri" charset="0"/>
                        <a:ea typeface="Calibri" charset="0"/>
                        <a:cs typeface="Calibri" charset="0"/>
                      </a:endParaRPr>
                    </a:p>
                  </a:txBody>
                  <a:tcPr marL="91440" marR="91440" marT="36576" marB="36576" anchor="ctr">
                    <a:lnL w="9525" cap="flat" cmpd="sng" algn="ctr">
                      <a:solidFill>
                        <a:srgbClr val="DAD6CC"/>
                      </a:solidFill>
                      <a:prstDash val="solid"/>
                      <a:round/>
                      <a:headEnd type="none" w="med" len="med"/>
                      <a:tailEnd type="none" w="med" len="med"/>
                    </a:lnL>
                    <a:lnR w="9525" cap="flat" cmpd="sng" algn="ctr">
                      <a:solidFill>
                        <a:srgbClr val="DAD6CC"/>
                      </a:solidFill>
                      <a:prstDash val="solid"/>
                      <a:round/>
                      <a:headEnd type="none" w="med" len="med"/>
                      <a:tailEnd type="none" w="med" len="med"/>
                    </a:lnR>
                    <a:lnT w="9525" cap="flat" cmpd="sng" algn="ctr">
                      <a:solidFill>
                        <a:srgbClr val="DAD6CC"/>
                      </a:solidFill>
                      <a:prstDash val="solid"/>
                      <a:round/>
                      <a:headEnd type="none" w="med" len="med"/>
                      <a:tailEnd type="none" w="med" len="med"/>
                    </a:lnT>
                    <a:lnB w="9525" cap="flat" cmpd="sng" algn="ctr">
                      <a:solidFill>
                        <a:srgbClr val="DAD6CC"/>
                      </a:solidFill>
                      <a:prstDash val="solid"/>
                      <a:round/>
                      <a:headEnd type="none" w="med" len="med"/>
                      <a:tailEnd type="none" w="med" len="med"/>
                    </a:lnB>
                    <a:solidFill>
                      <a:srgbClr val="E6E2D6"/>
                    </a:solidFill>
                  </a:tcPr>
                </a:tc>
                <a:tc>
                  <a:txBody>
                    <a:bodyPr/>
                    <a:lstStyle/>
                    <a:p>
                      <a:pPr indent="0" marL="0">
                        <a:buNone/>
                      </a:pPr>
                      <a:r>
                        <a:rPr lang="en-US" sz="1400" b="1" dirty="0">
                          <a:solidFill>
                            <a:srgbClr val="12202B"/>
                          </a:solidFill>
                          <a:latin typeface="Calibri" pitchFamily="34" charset="0"/>
                          <a:ea typeface="Calibri" pitchFamily="34" charset="-122"/>
                          <a:cs typeface="Calibri" pitchFamily="34" charset="-120"/>
                        </a:rPr>
                        <a:t>Trạng thái</a:t>
                      </a:r>
                      <a:endParaRPr lang="en-US" sz="1400" dirty="0">
                        <a:latin typeface="Calibri" charset="0"/>
                        <a:ea typeface="Calibri" charset="0"/>
                        <a:cs typeface="Calibri" charset="0"/>
                      </a:endParaRPr>
                    </a:p>
                  </a:txBody>
                  <a:tcPr marL="91440" marR="91440" marT="36576" marB="36576" anchor="ctr">
                    <a:lnL w="9525" cap="flat" cmpd="sng" algn="ctr">
                      <a:solidFill>
                        <a:srgbClr val="DAD6CC"/>
                      </a:solidFill>
                      <a:prstDash val="solid"/>
                      <a:round/>
                      <a:headEnd type="none" w="med" len="med"/>
                      <a:tailEnd type="none" w="med" len="med"/>
                    </a:lnL>
                    <a:lnR w="9525" cap="flat" cmpd="sng" algn="ctr">
                      <a:solidFill>
                        <a:srgbClr val="DAD6CC"/>
                      </a:solidFill>
                      <a:prstDash val="solid"/>
                      <a:round/>
                      <a:headEnd type="none" w="med" len="med"/>
                      <a:tailEnd type="none" w="med" len="med"/>
                    </a:lnR>
                    <a:lnT w="9525" cap="flat" cmpd="sng" algn="ctr">
                      <a:solidFill>
                        <a:srgbClr val="DAD6CC"/>
                      </a:solidFill>
                      <a:prstDash val="solid"/>
                      <a:round/>
                      <a:headEnd type="none" w="med" len="med"/>
                      <a:tailEnd type="none" w="med" len="med"/>
                    </a:lnT>
                    <a:lnB w="9525" cap="flat" cmpd="sng" algn="ctr">
                      <a:solidFill>
                        <a:srgbClr val="DAD6CC"/>
                      </a:solidFill>
                      <a:prstDash val="solid"/>
                      <a:round/>
                      <a:headEnd type="none" w="med" len="med"/>
                      <a:tailEnd type="none" w="med" len="med"/>
                    </a:lnB>
                    <a:solidFill>
                      <a:srgbClr val="E6E2D6"/>
                    </a:solidFill>
                  </a:tcPr>
                </a:tc>
                <a:tc>
                  <a:txBody>
                    <a:bodyPr/>
                    <a:lstStyle/>
                    <a:p>
                      <a:pPr indent="0" marL="0">
                        <a:buNone/>
                      </a:pPr>
                      <a:r>
                        <a:rPr lang="en-US" sz="1400" b="1" dirty="0">
                          <a:solidFill>
                            <a:srgbClr val="12202B"/>
                          </a:solidFill>
                          <a:latin typeface="Calibri" pitchFamily="34" charset="0"/>
                          <a:ea typeface="Calibri" pitchFamily="34" charset="-122"/>
                          <a:cs typeface="Calibri" pitchFamily="34" charset="-120"/>
                        </a:rPr>
                        <a:t>Bằng chứng</a:t>
                      </a:r>
                      <a:endParaRPr lang="en-US" sz="1400" dirty="0">
                        <a:latin typeface="Calibri" charset="0"/>
                        <a:ea typeface="Calibri" charset="0"/>
                        <a:cs typeface="Calibri" charset="0"/>
                      </a:endParaRPr>
                    </a:p>
                  </a:txBody>
                  <a:tcPr marL="91440" marR="91440" marT="36576" marB="36576" anchor="ctr">
                    <a:lnL w="9525" cap="flat" cmpd="sng" algn="ctr">
                      <a:solidFill>
                        <a:srgbClr val="DAD6CC"/>
                      </a:solidFill>
                      <a:prstDash val="solid"/>
                      <a:round/>
                      <a:headEnd type="none" w="med" len="med"/>
                      <a:tailEnd type="none" w="med" len="med"/>
                    </a:lnL>
                    <a:lnR w="9525" cap="flat" cmpd="sng" algn="ctr">
                      <a:solidFill>
                        <a:srgbClr val="DAD6CC"/>
                      </a:solidFill>
                      <a:prstDash val="solid"/>
                      <a:round/>
                      <a:headEnd type="none" w="med" len="med"/>
                      <a:tailEnd type="none" w="med" len="med"/>
                    </a:lnR>
                    <a:lnT w="9525" cap="flat" cmpd="sng" algn="ctr">
                      <a:solidFill>
                        <a:srgbClr val="DAD6CC"/>
                      </a:solidFill>
                      <a:prstDash val="solid"/>
                      <a:round/>
                      <a:headEnd type="none" w="med" len="med"/>
                      <a:tailEnd type="none" w="med" len="med"/>
                    </a:lnT>
                    <a:lnB w="9525" cap="flat" cmpd="sng" algn="ctr">
                      <a:solidFill>
                        <a:srgbClr val="DAD6CC"/>
                      </a:solidFill>
                      <a:prstDash val="solid"/>
                      <a:round/>
                      <a:headEnd type="none" w="med" len="med"/>
                      <a:tailEnd type="none" w="med" len="med"/>
                    </a:lnB>
                    <a:solidFill>
                      <a:srgbClr val="E6E2D6"/>
                    </a:solidFill>
                  </a:tcPr>
                </a:tc>
              </a:tr>
              <a:tr h="457200">
                <a:tc>
                  <a:txBody>
                    <a:bodyPr/>
                    <a:lstStyle/>
                    <a:p>
                      <a:pPr indent="0" marL="0">
                        <a:buNone/>
                      </a:pPr>
                      <a:r>
                        <a:rPr lang="en-US" sz="1400" dirty="0">
                          <a:solidFill>
                            <a:srgbClr val="12202B"/>
                          </a:solidFill>
                          <a:latin typeface="Calibri" pitchFamily="34" charset="0"/>
                          <a:ea typeface="Calibri" pitchFamily="34" charset="-122"/>
                          <a:cs typeface="Calibri" pitchFamily="34" charset="-120"/>
                        </a:rPr>
                        <a:t>Chốt repo, kỹ thuật, pin tag và commit SHA</a:t>
                      </a:r>
                      <a:endParaRPr lang="en-US" sz="1400" dirty="0">
                        <a:latin typeface="Calibri" charset="0"/>
                        <a:ea typeface="Calibri" charset="0"/>
                        <a:cs typeface="Calibri" charset="0"/>
                      </a:endParaRPr>
                    </a:p>
                  </a:txBody>
                  <a:tcPr marL="91440" marR="91440" marT="36576" marB="36576" anchor="ctr">
                    <a:lnL w="9525" cap="flat" cmpd="sng" algn="ctr">
                      <a:solidFill>
                        <a:srgbClr val="DAD6CC"/>
                      </a:solidFill>
                      <a:prstDash val="solid"/>
                      <a:round/>
                      <a:headEnd type="none" w="med" len="med"/>
                      <a:tailEnd type="none" w="med" len="med"/>
                    </a:lnL>
                    <a:lnR w="9525" cap="flat" cmpd="sng" algn="ctr">
                      <a:solidFill>
                        <a:srgbClr val="DAD6CC"/>
                      </a:solidFill>
                      <a:prstDash val="solid"/>
                      <a:round/>
                      <a:headEnd type="none" w="med" len="med"/>
                      <a:tailEnd type="none" w="med" len="med"/>
                    </a:lnR>
                    <a:lnT w="9525" cap="flat" cmpd="sng" algn="ctr">
                      <a:solidFill>
                        <a:srgbClr val="DAD6CC"/>
                      </a:solidFill>
                      <a:prstDash val="solid"/>
                      <a:round/>
                      <a:headEnd type="none" w="med" len="med"/>
                      <a:tailEnd type="none" w="med" len="med"/>
                    </a:lnT>
                    <a:lnB w="9525" cap="flat" cmpd="sng" algn="ctr">
                      <a:solidFill>
                        <a:srgbClr val="DAD6CC"/>
                      </a:solidFill>
                      <a:prstDash val="solid"/>
                      <a:round/>
                      <a:headEnd type="none" w="med" len="med"/>
                      <a:tailEnd type="none" w="med" len="med"/>
                    </a:lnB>
                    <a:solidFill>
                      <a:srgbClr val="FFFFFF"/>
                    </a:solidFill>
                  </a:tcPr>
                </a:tc>
                <a:tc>
                  <a:txBody>
                    <a:bodyPr/>
                    <a:lstStyle/>
                    <a:p>
                      <a:pPr indent="0" marL="0">
                        <a:buNone/>
                      </a:pPr>
                      <a:r>
                        <a:rPr lang="en-US" sz="1400" dirty="0">
                          <a:solidFill>
                            <a:srgbClr val="12202B"/>
                          </a:solidFill>
                          <a:latin typeface="Calibri" pitchFamily="34" charset="0"/>
                          <a:ea typeface="Calibri" pitchFamily="34" charset="-122"/>
                          <a:cs typeface="Calibri" pitchFamily="34" charset="-120"/>
                        </a:rPr>
                        <a:t>Đăng ký</a:t>
                      </a:r>
                      <a:endParaRPr lang="en-US" sz="1400" dirty="0">
                        <a:latin typeface="Calibri" charset="0"/>
                        <a:ea typeface="Calibri" charset="0"/>
                        <a:cs typeface="Calibri" charset="0"/>
                      </a:endParaRPr>
                    </a:p>
                  </a:txBody>
                  <a:tcPr marL="91440" marR="91440" marT="36576" marB="36576" anchor="ctr">
                    <a:lnL w="9525" cap="flat" cmpd="sng" algn="ctr">
                      <a:solidFill>
                        <a:srgbClr val="DAD6CC"/>
                      </a:solidFill>
                      <a:prstDash val="solid"/>
                      <a:round/>
                      <a:headEnd type="none" w="med" len="med"/>
                      <a:tailEnd type="none" w="med" len="med"/>
                    </a:lnL>
                    <a:lnR w="9525" cap="flat" cmpd="sng" algn="ctr">
                      <a:solidFill>
                        <a:srgbClr val="DAD6CC"/>
                      </a:solidFill>
                      <a:prstDash val="solid"/>
                      <a:round/>
                      <a:headEnd type="none" w="med" len="med"/>
                      <a:tailEnd type="none" w="med" len="med"/>
                    </a:lnR>
                    <a:lnT w="9525" cap="flat" cmpd="sng" algn="ctr">
                      <a:solidFill>
                        <a:srgbClr val="DAD6CC"/>
                      </a:solidFill>
                      <a:prstDash val="solid"/>
                      <a:round/>
                      <a:headEnd type="none" w="med" len="med"/>
                      <a:tailEnd type="none" w="med" len="med"/>
                    </a:lnT>
                    <a:lnB w="9525" cap="flat" cmpd="sng" algn="ctr">
                      <a:solidFill>
                        <a:srgbClr val="DAD6CC"/>
                      </a:solidFill>
                      <a:prstDash val="solid"/>
                      <a:round/>
                      <a:headEnd type="none" w="med" len="med"/>
                      <a:tailEnd type="none" w="med" len="med"/>
                    </a:lnB>
                    <a:solidFill>
                      <a:srgbClr val="FFFFFF"/>
                    </a:solidFill>
                  </a:tcPr>
                </a:tc>
                <a:tc>
                  <a:txBody>
                    <a:bodyPr/>
                    <a:lstStyle/>
                    <a:p>
                      <a:pPr indent="0" marL="0">
                        <a:buNone/>
                      </a:pPr>
                      <a:r>
                        <a:rPr lang="en-US" sz="1400" b="1" dirty="0">
                          <a:solidFill>
                            <a:srgbClr val="2E7D4F"/>
                          </a:solidFill>
                          <a:latin typeface="Calibri" pitchFamily="34" charset="0"/>
                          <a:ea typeface="Calibri" pitchFamily="34" charset="-122"/>
                          <a:cs typeface="Calibri" pitchFamily="34" charset="-120"/>
                        </a:rPr>
                        <a:t>Xong</a:t>
                      </a:r>
                      <a:endParaRPr lang="en-US" sz="1400" dirty="0">
                        <a:latin typeface="Calibri" charset="0"/>
                        <a:ea typeface="Calibri" charset="0"/>
                        <a:cs typeface="Calibri" charset="0"/>
                      </a:endParaRPr>
                    </a:p>
                  </a:txBody>
                  <a:tcPr marL="91440" marR="91440" marT="36576" marB="36576" anchor="ctr">
                    <a:lnL w="9525" cap="flat" cmpd="sng" algn="ctr">
                      <a:solidFill>
                        <a:srgbClr val="DAD6CC"/>
                      </a:solidFill>
                      <a:prstDash val="solid"/>
                      <a:round/>
                      <a:headEnd type="none" w="med" len="med"/>
                      <a:tailEnd type="none" w="med" len="med"/>
                    </a:lnL>
                    <a:lnR w="9525" cap="flat" cmpd="sng" algn="ctr">
                      <a:solidFill>
                        <a:srgbClr val="DAD6CC"/>
                      </a:solidFill>
                      <a:prstDash val="solid"/>
                      <a:round/>
                      <a:headEnd type="none" w="med" len="med"/>
                      <a:tailEnd type="none" w="med" len="med"/>
                    </a:lnR>
                    <a:lnT w="9525" cap="flat" cmpd="sng" algn="ctr">
                      <a:solidFill>
                        <a:srgbClr val="DAD6CC"/>
                      </a:solidFill>
                      <a:prstDash val="solid"/>
                      <a:round/>
                      <a:headEnd type="none" w="med" len="med"/>
                      <a:tailEnd type="none" w="med" len="med"/>
                    </a:lnT>
                    <a:lnB w="9525" cap="flat" cmpd="sng" algn="ctr">
                      <a:solidFill>
                        <a:srgbClr val="DAD6CC"/>
                      </a:solidFill>
                      <a:prstDash val="solid"/>
                      <a:round/>
                      <a:headEnd type="none" w="med" len="med"/>
                      <a:tailEnd type="none" w="med" len="med"/>
                    </a:lnB>
                    <a:solidFill>
                      <a:srgbClr val="FFFFFF"/>
                    </a:solidFill>
                  </a:tcPr>
                </a:tc>
                <a:tc>
                  <a:txBody>
                    <a:bodyPr/>
                    <a:lstStyle/>
                    <a:p>
                      <a:pPr indent="0" marL="0">
                        <a:buNone/>
                      </a:pPr>
                      <a:r>
                        <a:rPr lang="en-US" sz="1400" dirty="0">
                          <a:solidFill>
                            <a:srgbClr val="12202B"/>
                          </a:solidFill>
                          <a:latin typeface="Calibri" pitchFamily="34" charset="0"/>
                          <a:ea typeface="Calibri" pitchFamily="34" charset="-122"/>
                          <a:cs typeface="Calibri" pitchFamily="34" charset="-120"/>
                        </a:rPr>
                        <a:t>README.md mục 1</a:t>
                      </a:r>
                      <a:endParaRPr lang="en-US" sz="1400" dirty="0">
                        <a:latin typeface="Calibri" charset="0"/>
                        <a:ea typeface="Calibri" charset="0"/>
                        <a:cs typeface="Calibri" charset="0"/>
                      </a:endParaRPr>
                    </a:p>
                  </a:txBody>
                  <a:tcPr marL="91440" marR="91440" marT="36576" marB="36576" anchor="ctr">
                    <a:lnL w="9525" cap="flat" cmpd="sng" algn="ctr">
                      <a:solidFill>
                        <a:srgbClr val="DAD6CC"/>
                      </a:solidFill>
                      <a:prstDash val="solid"/>
                      <a:round/>
                      <a:headEnd type="none" w="med" len="med"/>
                      <a:tailEnd type="none" w="med" len="med"/>
                    </a:lnL>
                    <a:lnR w="9525" cap="flat" cmpd="sng" algn="ctr">
                      <a:solidFill>
                        <a:srgbClr val="DAD6CC"/>
                      </a:solidFill>
                      <a:prstDash val="solid"/>
                      <a:round/>
                      <a:headEnd type="none" w="med" len="med"/>
                      <a:tailEnd type="none" w="med" len="med"/>
                    </a:lnR>
                    <a:lnT w="9525" cap="flat" cmpd="sng" algn="ctr">
                      <a:solidFill>
                        <a:srgbClr val="DAD6CC"/>
                      </a:solidFill>
                      <a:prstDash val="solid"/>
                      <a:round/>
                      <a:headEnd type="none" w="med" len="med"/>
                      <a:tailEnd type="none" w="med" len="med"/>
                    </a:lnT>
                    <a:lnB w="9525" cap="flat" cmpd="sng" algn="ctr">
                      <a:solidFill>
                        <a:srgbClr val="DAD6CC"/>
                      </a:solidFill>
                      <a:prstDash val="solid"/>
                      <a:round/>
                      <a:headEnd type="none" w="med" len="med"/>
                      <a:tailEnd type="none" w="med" len="med"/>
                    </a:lnB>
                    <a:solidFill>
                      <a:srgbClr val="FFFFFF"/>
                    </a:solidFill>
                  </a:tcPr>
                </a:tc>
              </a:tr>
              <a:tr h="457200">
                <a:tc>
                  <a:txBody>
                    <a:bodyPr/>
                    <a:lstStyle/>
                    <a:p>
                      <a:pPr indent="0" marL="0">
                        <a:buNone/>
                      </a:pPr>
                      <a:r>
                        <a:rPr lang="en-US" sz="1400" dirty="0">
                          <a:solidFill>
                            <a:srgbClr val="12202B"/>
                          </a:solidFill>
                          <a:latin typeface="Calibri" pitchFamily="34" charset="0"/>
                          <a:ea typeface="Calibri" pitchFamily="34" charset="-122"/>
                          <a:cs typeface="Calibri" pitchFamily="34" charset="-120"/>
                        </a:rPr>
                        <a:t>Dựng Cal.com local, seed data, chạy 3 luồng nghiệp vụ</a:t>
                      </a:r>
                      <a:endParaRPr lang="en-US" sz="1400" dirty="0">
                        <a:latin typeface="Calibri" charset="0"/>
                        <a:ea typeface="Calibri" charset="0"/>
                        <a:cs typeface="Calibri" charset="0"/>
                      </a:endParaRPr>
                    </a:p>
                  </a:txBody>
                  <a:tcPr marL="91440" marR="91440" marT="36576" marB="36576" anchor="ctr">
                    <a:lnL w="9525" cap="flat" cmpd="sng" algn="ctr">
                      <a:solidFill>
                        <a:srgbClr val="DAD6CC"/>
                      </a:solidFill>
                      <a:prstDash val="solid"/>
                      <a:round/>
                      <a:headEnd type="none" w="med" len="med"/>
                      <a:tailEnd type="none" w="med" len="med"/>
                    </a:lnL>
                    <a:lnR w="9525" cap="flat" cmpd="sng" algn="ctr">
                      <a:solidFill>
                        <a:srgbClr val="DAD6CC"/>
                      </a:solidFill>
                      <a:prstDash val="solid"/>
                      <a:round/>
                      <a:headEnd type="none" w="med" len="med"/>
                      <a:tailEnd type="none" w="med" len="med"/>
                    </a:lnR>
                    <a:lnT w="9525" cap="flat" cmpd="sng" algn="ctr">
                      <a:solidFill>
                        <a:srgbClr val="DAD6CC"/>
                      </a:solidFill>
                      <a:prstDash val="solid"/>
                      <a:round/>
                      <a:headEnd type="none" w="med" len="med"/>
                      <a:tailEnd type="none" w="med" len="med"/>
                    </a:lnT>
                    <a:lnB w="9525" cap="flat" cmpd="sng" algn="ctr">
                      <a:solidFill>
                        <a:srgbClr val="DAD6CC"/>
                      </a:solidFill>
                      <a:prstDash val="solid"/>
                      <a:round/>
                      <a:headEnd type="none" w="med" len="med"/>
                      <a:tailEnd type="none" w="med" len="med"/>
                    </a:lnB>
                    <a:solidFill>
                      <a:srgbClr val="FFFFFF"/>
                    </a:solidFill>
                  </a:tcPr>
                </a:tc>
                <a:tc>
                  <a:txBody>
                    <a:bodyPr/>
                    <a:lstStyle/>
                    <a:p>
                      <a:pPr indent="0" marL="0">
                        <a:buNone/>
                      </a:pPr>
                      <a:r>
                        <a:rPr lang="en-US" sz="1400" dirty="0">
                          <a:solidFill>
                            <a:srgbClr val="12202B"/>
                          </a:solidFill>
                          <a:latin typeface="Calibri" pitchFamily="34" charset="0"/>
                          <a:ea typeface="Calibri" pitchFamily="34" charset="-122"/>
                          <a:cs typeface="Calibri" pitchFamily="34" charset="-120"/>
                        </a:rPr>
                        <a:t>1</a:t>
                      </a:r>
                      <a:endParaRPr lang="en-US" sz="1400" dirty="0">
                        <a:latin typeface="Calibri" charset="0"/>
                        <a:ea typeface="Calibri" charset="0"/>
                        <a:cs typeface="Calibri" charset="0"/>
                      </a:endParaRPr>
                    </a:p>
                  </a:txBody>
                  <a:tcPr marL="91440" marR="91440" marT="36576" marB="36576" anchor="ctr">
                    <a:lnL w="9525" cap="flat" cmpd="sng" algn="ctr">
                      <a:solidFill>
                        <a:srgbClr val="DAD6CC"/>
                      </a:solidFill>
                      <a:prstDash val="solid"/>
                      <a:round/>
                      <a:headEnd type="none" w="med" len="med"/>
                      <a:tailEnd type="none" w="med" len="med"/>
                    </a:lnL>
                    <a:lnR w="9525" cap="flat" cmpd="sng" algn="ctr">
                      <a:solidFill>
                        <a:srgbClr val="DAD6CC"/>
                      </a:solidFill>
                      <a:prstDash val="solid"/>
                      <a:round/>
                      <a:headEnd type="none" w="med" len="med"/>
                      <a:tailEnd type="none" w="med" len="med"/>
                    </a:lnR>
                    <a:lnT w="9525" cap="flat" cmpd="sng" algn="ctr">
                      <a:solidFill>
                        <a:srgbClr val="DAD6CC"/>
                      </a:solidFill>
                      <a:prstDash val="solid"/>
                      <a:round/>
                      <a:headEnd type="none" w="med" len="med"/>
                      <a:tailEnd type="none" w="med" len="med"/>
                    </a:lnT>
                    <a:lnB w="9525" cap="flat" cmpd="sng" algn="ctr">
                      <a:solidFill>
                        <a:srgbClr val="DAD6CC"/>
                      </a:solidFill>
                      <a:prstDash val="solid"/>
                      <a:round/>
                      <a:headEnd type="none" w="med" len="med"/>
                      <a:tailEnd type="none" w="med" len="med"/>
                    </a:lnB>
                    <a:solidFill>
                      <a:srgbClr val="FFFFFF"/>
                    </a:solidFill>
                  </a:tcPr>
                </a:tc>
                <a:tc>
                  <a:txBody>
                    <a:bodyPr/>
                    <a:lstStyle/>
                    <a:p>
                      <a:pPr indent="0" marL="0">
                        <a:buNone/>
                      </a:pPr>
                      <a:r>
                        <a:rPr lang="en-US" sz="1400" b="1" dirty="0">
                          <a:solidFill>
                            <a:srgbClr val="2E7D4F"/>
                          </a:solidFill>
                          <a:latin typeface="Calibri" pitchFamily="34" charset="0"/>
                          <a:ea typeface="Calibri" pitchFamily="34" charset="-122"/>
                          <a:cs typeface="Calibri" pitchFamily="34" charset="-120"/>
                        </a:rPr>
                        <a:t>Xong</a:t>
                      </a:r>
                      <a:endParaRPr lang="en-US" sz="1400" dirty="0">
                        <a:latin typeface="Calibri" charset="0"/>
                        <a:ea typeface="Calibri" charset="0"/>
                        <a:cs typeface="Calibri" charset="0"/>
                      </a:endParaRPr>
                    </a:p>
                  </a:txBody>
                  <a:tcPr marL="91440" marR="91440" marT="36576" marB="36576" anchor="ctr">
                    <a:lnL w="9525" cap="flat" cmpd="sng" algn="ctr">
                      <a:solidFill>
                        <a:srgbClr val="DAD6CC"/>
                      </a:solidFill>
                      <a:prstDash val="solid"/>
                      <a:round/>
                      <a:headEnd type="none" w="med" len="med"/>
                      <a:tailEnd type="none" w="med" len="med"/>
                    </a:lnL>
                    <a:lnR w="9525" cap="flat" cmpd="sng" algn="ctr">
                      <a:solidFill>
                        <a:srgbClr val="DAD6CC"/>
                      </a:solidFill>
                      <a:prstDash val="solid"/>
                      <a:round/>
                      <a:headEnd type="none" w="med" len="med"/>
                      <a:tailEnd type="none" w="med" len="med"/>
                    </a:lnR>
                    <a:lnT w="9525" cap="flat" cmpd="sng" algn="ctr">
                      <a:solidFill>
                        <a:srgbClr val="DAD6CC"/>
                      </a:solidFill>
                      <a:prstDash val="solid"/>
                      <a:round/>
                      <a:headEnd type="none" w="med" len="med"/>
                      <a:tailEnd type="none" w="med" len="med"/>
                    </a:lnT>
                    <a:lnB w="9525" cap="flat" cmpd="sng" algn="ctr">
                      <a:solidFill>
                        <a:srgbClr val="DAD6CC"/>
                      </a:solidFill>
                      <a:prstDash val="solid"/>
                      <a:round/>
                      <a:headEnd type="none" w="med" len="med"/>
                      <a:tailEnd type="none" w="med" len="med"/>
                    </a:lnB>
                    <a:solidFill>
                      <a:srgbClr val="FFFFFF"/>
                    </a:solidFill>
                  </a:tcPr>
                </a:tc>
                <a:tc>
                  <a:txBody>
                    <a:bodyPr/>
                    <a:lstStyle/>
                    <a:p>
                      <a:pPr indent="0" marL="0">
                        <a:buNone/>
                      </a:pPr>
                      <a:r>
                        <a:rPr lang="en-US" sz="1400" dirty="0">
                          <a:solidFill>
                            <a:srgbClr val="12202B"/>
                          </a:solidFill>
                          <a:latin typeface="Calibri" pitchFamily="34" charset="0"/>
                          <a:ea typeface="Calibri" pitchFamily="34" charset="-122"/>
                          <a:cs typeface="Calibri" pitchFamily="34" charset="-120"/>
                        </a:rPr>
                        <a:t>docs/evidence/smoke-test.txt</a:t>
                      </a:r>
                      <a:endParaRPr lang="en-US" sz="1400" dirty="0">
                        <a:latin typeface="Calibri" charset="0"/>
                        <a:ea typeface="Calibri" charset="0"/>
                        <a:cs typeface="Calibri" charset="0"/>
                      </a:endParaRPr>
                    </a:p>
                  </a:txBody>
                  <a:tcPr marL="91440" marR="91440" marT="36576" marB="36576" anchor="ctr">
                    <a:lnL w="9525" cap="flat" cmpd="sng" algn="ctr">
                      <a:solidFill>
                        <a:srgbClr val="DAD6CC"/>
                      </a:solidFill>
                      <a:prstDash val="solid"/>
                      <a:round/>
                      <a:headEnd type="none" w="med" len="med"/>
                      <a:tailEnd type="none" w="med" len="med"/>
                    </a:lnL>
                    <a:lnR w="9525" cap="flat" cmpd="sng" algn="ctr">
                      <a:solidFill>
                        <a:srgbClr val="DAD6CC"/>
                      </a:solidFill>
                      <a:prstDash val="solid"/>
                      <a:round/>
                      <a:headEnd type="none" w="med" len="med"/>
                      <a:tailEnd type="none" w="med" len="med"/>
                    </a:lnR>
                    <a:lnT w="9525" cap="flat" cmpd="sng" algn="ctr">
                      <a:solidFill>
                        <a:srgbClr val="DAD6CC"/>
                      </a:solidFill>
                      <a:prstDash val="solid"/>
                      <a:round/>
                      <a:headEnd type="none" w="med" len="med"/>
                      <a:tailEnd type="none" w="med" len="med"/>
                    </a:lnT>
                    <a:lnB w="9525" cap="flat" cmpd="sng" algn="ctr">
                      <a:solidFill>
                        <a:srgbClr val="DAD6CC"/>
                      </a:solidFill>
                      <a:prstDash val="solid"/>
                      <a:round/>
                      <a:headEnd type="none" w="med" len="med"/>
                      <a:tailEnd type="none" w="med" len="med"/>
                    </a:lnB>
                    <a:solidFill>
                      <a:srgbClr val="FFFFFF"/>
                    </a:solidFill>
                  </a:tcPr>
                </a:tc>
              </a:tr>
              <a:tr h="457200">
                <a:tc>
                  <a:txBody>
                    <a:bodyPr/>
                    <a:lstStyle/>
                    <a:p>
                      <a:pPr indent="0" marL="0">
                        <a:buNone/>
                      </a:pPr>
                      <a:r>
                        <a:rPr lang="en-US" sz="1400" dirty="0">
                          <a:solidFill>
                            <a:srgbClr val="12202B"/>
                          </a:solidFill>
                          <a:latin typeface="Calibri" pitchFamily="34" charset="0"/>
                          <a:ea typeface="Calibri" pitchFamily="34" charset="-122"/>
                          <a:cs typeface="Calibri" pitchFamily="34" charset="-120"/>
                        </a:rPr>
                        <a:t>Đọc code, vẽ kiến trúc và luồng dữ liệu</a:t>
                      </a:r>
                      <a:endParaRPr lang="en-US" sz="1400" dirty="0">
                        <a:latin typeface="Calibri" charset="0"/>
                        <a:ea typeface="Calibri" charset="0"/>
                        <a:cs typeface="Calibri" charset="0"/>
                      </a:endParaRPr>
                    </a:p>
                  </a:txBody>
                  <a:tcPr marL="91440" marR="91440" marT="36576" marB="36576" anchor="ctr">
                    <a:lnL w="9525" cap="flat" cmpd="sng" algn="ctr">
                      <a:solidFill>
                        <a:srgbClr val="DAD6CC"/>
                      </a:solidFill>
                      <a:prstDash val="solid"/>
                      <a:round/>
                      <a:headEnd type="none" w="med" len="med"/>
                      <a:tailEnd type="none" w="med" len="med"/>
                    </a:lnL>
                    <a:lnR w="9525" cap="flat" cmpd="sng" algn="ctr">
                      <a:solidFill>
                        <a:srgbClr val="DAD6CC"/>
                      </a:solidFill>
                      <a:prstDash val="solid"/>
                      <a:round/>
                      <a:headEnd type="none" w="med" len="med"/>
                      <a:tailEnd type="none" w="med" len="med"/>
                    </a:lnR>
                    <a:lnT w="9525" cap="flat" cmpd="sng" algn="ctr">
                      <a:solidFill>
                        <a:srgbClr val="DAD6CC"/>
                      </a:solidFill>
                      <a:prstDash val="solid"/>
                      <a:round/>
                      <a:headEnd type="none" w="med" len="med"/>
                      <a:tailEnd type="none" w="med" len="med"/>
                    </a:lnT>
                    <a:lnB w="9525" cap="flat" cmpd="sng" algn="ctr">
                      <a:solidFill>
                        <a:srgbClr val="DAD6CC"/>
                      </a:solidFill>
                      <a:prstDash val="solid"/>
                      <a:round/>
                      <a:headEnd type="none" w="med" len="med"/>
                      <a:tailEnd type="none" w="med" len="med"/>
                    </a:lnB>
                    <a:solidFill>
                      <a:srgbClr val="FFFFFF"/>
                    </a:solidFill>
                  </a:tcPr>
                </a:tc>
                <a:tc>
                  <a:txBody>
                    <a:bodyPr/>
                    <a:lstStyle/>
                    <a:p>
                      <a:pPr indent="0" marL="0">
                        <a:buNone/>
                      </a:pPr>
                      <a:r>
                        <a:rPr lang="en-US" sz="1400" dirty="0">
                          <a:solidFill>
                            <a:srgbClr val="12202B"/>
                          </a:solidFill>
                          <a:latin typeface="Calibri" pitchFamily="34" charset="0"/>
                          <a:ea typeface="Calibri" pitchFamily="34" charset="-122"/>
                          <a:cs typeface="Calibri" pitchFamily="34" charset="-120"/>
                        </a:rPr>
                        <a:t>1</a:t>
                      </a:r>
                      <a:endParaRPr lang="en-US" sz="1400" dirty="0">
                        <a:latin typeface="Calibri" charset="0"/>
                        <a:ea typeface="Calibri" charset="0"/>
                        <a:cs typeface="Calibri" charset="0"/>
                      </a:endParaRPr>
                    </a:p>
                  </a:txBody>
                  <a:tcPr marL="91440" marR="91440" marT="36576" marB="36576" anchor="ctr">
                    <a:lnL w="9525" cap="flat" cmpd="sng" algn="ctr">
                      <a:solidFill>
                        <a:srgbClr val="DAD6CC"/>
                      </a:solidFill>
                      <a:prstDash val="solid"/>
                      <a:round/>
                      <a:headEnd type="none" w="med" len="med"/>
                      <a:tailEnd type="none" w="med" len="med"/>
                    </a:lnL>
                    <a:lnR w="9525" cap="flat" cmpd="sng" algn="ctr">
                      <a:solidFill>
                        <a:srgbClr val="DAD6CC"/>
                      </a:solidFill>
                      <a:prstDash val="solid"/>
                      <a:round/>
                      <a:headEnd type="none" w="med" len="med"/>
                      <a:tailEnd type="none" w="med" len="med"/>
                    </a:lnR>
                    <a:lnT w="9525" cap="flat" cmpd="sng" algn="ctr">
                      <a:solidFill>
                        <a:srgbClr val="DAD6CC"/>
                      </a:solidFill>
                      <a:prstDash val="solid"/>
                      <a:round/>
                      <a:headEnd type="none" w="med" len="med"/>
                      <a:tailEnd type="none" w="med" len="med"/>
                    </a:lnT>
                    <a:lnB w="9525" cap="flat" cmpd="sng" algn="ctr">
                      <a:solidFill>
                        <a:srgbClr val="DAD6CC"/>
                      </a:solidFill>
                      <a:prstDash val="solid"/>
                      <a:round/>
                      <a:headEnd type="none" w="med" len="med"/>
                      <a:tailEnd type="none" w="med" len="med"/>
                    </a:lnB>
                    <a:solidFill>
                      <a:srgbClr val="FFFFFF"/>
                    </a:solidFill>
                  </a:tcPr>
                </a:tc>
                <a:tc>
                  <a:txBody>
                    <a:bodyPr/>
                    <a:lstStyle/>
                    <a:p>
                      <a:pPr indent="0" marL="0">
                        <a:buNone/>
                      </a:pPr>
                      <a:r>
                        <a:rPr lang="en-US" sz="1400" b="1" dirty="0">
                          <a:solidFill>
                            <a:srgbClr val="2E7D4F"/>
                          </a:solidFill>
                          <a:latin typeface="Calibri" pitchFamily="34" charset="0"/>
                          <a:ea typeface="Calibri" pitchFamily="34" charset="-122"/>
                          <a:cs typeface="Calibri" pitchFamily="34" charset="-120"/>
                        </a:rPr>
                        <a:t>Xong</a:t>
                      </a:r>
                      <a:endParaRPr lang="en-US" sz="1400" dirty="0">
                        <a:latin typeface="Calibri" charset="0"/>
                        <a:ea typeface="Calibri" charset="0"/>
                        <a:cs typeface="Calibri" charset="0"/>
                      </a:endParaRPr>
                    </a:p>
                  </a:txBody>
                  <a:tcPr marL="91440" marR="91440" marT="36576" marB="36576" anchor="ctr">
                    <a:lnL w="9525" cap="flat" cmpd="sng" algn="ctr">
                      <a:solidFill>
                        <a:srgbClr val="DAD6CC"/>
                      </a:solidFill>
                      <a:prstDash val="solid"/>
                      <a:round/>
                      <a:headEnd type="none" w="med" len="med"/>
                      <a:tailEnd type="none" w="med" len="med"/>
                    </a:lnL>
                    <a:lnR w="9525" cap="flat" cmpd="sng" algn="ctr">
                      <a:solidFill>
                        <a:srgbClr val="DAD6CC"/>
                      </a:solidFill>
                      <a:prstDash val="solid"/>
                      <a:round/>
                      <a:headEnd type="none" w="med" len="med"/>
                      <a:tailEnd type="none" w="med" len="med"/>
                    </a:lnR>
                    <a:lnT w="9525" cap="flat" cmpd="sng" algn="ctr">
                      <a:solidFill>
                        <a:srgbClr val="DAD6CC"/>
                      </a:solidFill>
                      <a:prstDash val="solid"/>
                      <a:round/>
                      <a:headEnd type="none" w="med" len="med"/>
                      <a:tailEnd type="none" w="med" len="med"/>
                    </a:lnT>
                    <a:lnB w="9525" cap="flat" cmpd="sng" algn="ctr">
                      <a:solidFill>
                        <a:srgbClr val="DAD6CC"/>
                      </a:solidFill>
                      <a:prstDash val="solid"/>
                      <a:round/>
                      <a:headEnd type="none" w="med" len="med"/>
                      <a:tailEnd type="none" w="med" len="med"/>
                    </a:lnB>
                    <a:solidFill>
                      <a:srgbClr val="FFFFFF"/>
                    </a:solidFill>
                  </a:tcPr>
                </a:tc>
                <a:tc>
                  <a:txBody>
                    <a:bodyPr/>
                    <a:lstStyle/>
                    <a:p>
                      <a:pPr indent="0" marL="0">
                        <a:buNone/>
                      </a:pPr>
                      <a:r>
                        <a:rPr lang="en-US" sz="1400" dirty="0">
                          <a:solidFill>
                            <a:srgbClr val="12202B"/>
                          </a:solidFill>
                          <a:latin typeface="Calibri" pitchFamily="34" charset="0"/>
                          <a:ea typeface="Calibri" pitchFamily="34" charset="-122"/>
                          <a:cs typeface="Calibri" pitchFamily="34" charset="-120"/>
                        </a:rPr>
                        <a:t>docs/diagrams/kien-truc.md</a:t>
                      </a:r>
                      <a:endParaRPr lang="en-US" sz="1400" dirty="0">
                        <a:latin typeface="Calibri" charset="0"/>
                        <a:ea typeface="Calibri" charset="0"/>
                        <a:cs typeface="Calibri" charset="0"/>
                      </a:endParaRPr>
                    </a:p>
                  </a:txBody>
                  <a:tcPr marL="91440" marR="91440" marT="36576" marB="36576" anchor="ctr">
                    <a:lnL w="9525" cap="flat" cmpd="sng" algn="ctr">
                      <a:solidFill>
                        <a:srgbClr val="DAD6CC"/>
                      </a:solidFill>
                      <a:prstDash val="solid"/>
                      <a:round/>
                      <a:headEnd type="none" w="med" len="med"/>
                      <a:tailEnd type="none" w="med" len="med"/>
                    </a:lnL>
                    <a:lnR w="9525" cap="flat" cmpd="sng" algn="ctr">
                      <a:solidFill>
                        <a:srgbClr val="DAD6CC"/>
                      </a:solidFill>
                      <a:prstDash val="solid"/>
                      <a:round/>
                      <a:headEnd type="none" w="med" len="med"/>
                      <a:tailEnd type="none" w="med" len="med"/>
                    </a:lnR>
                    <a:lnT w="9525" cap="flat" cmpd="sng" algn="ctr">
                      <a:solidFill>
                        <a:srgbClr val="DAD6CC"/>
                      </a:solidFill>
                      <a:prstDash val="solid"/>
                      <a:round/>
                      <a:headEnd type="none" w="med" len="med"/>
                      <a:tailEnd type="none" w="med" len="med"/>
                    </a:lnT>
                    <a:lnB w="9525" cap="flat" cmpd="sng" algn="ctr">
                      <a:solidFill>
                        <a:srgbClr val="DAD6CC"/>
                      </a:solidFill>
                      <a:prstDash val="solid"/>
                      <a:round/>
                      <a:headEnd type="none" w="med" len="med"/>
                      <a:tailEnd type="none" w="med" len="med"/>
                    </a:lnB>
                    <a:solidFill>
                      <a:srgbClr val="FFFFFF"/>
                    </a:solidFill>
                  </a:tcPr>
                </a:tc>
              </a:tr>
              <a:tr h="457200">
                <a:tc>
                  <a:txBody>
                    <a:bodyPr/>
                    <a:lstStyle/>
                    <a:p>
                      <a:pPr indent="0" marL="0">
                        <a:buNone/>
                      </a:pPr>
                      <a:r>
                        <a:rPr lang="en-US" sz="1400" dirty="0">
                          <a:solidFill>
                            <a:srgbClr val="12202B"/>
                          </a:solidFill>
                          <a:latin typeface="Calibri" pitchFamily="34" charset="0"/>
                          <a:ea typeface="Calibri" pitchFamily="34" charset="-122"/>
                          <a:cs typeface="Calibri" pitchFamily="34" charset="-120"/>
                        </a:rPr>
                        <a:t>Tài liệu on-boarding, cài đặt từ máy sạch</a:t>
                      </a:r>
                      <a:endParaRPr lang="en-US" sz="1400" dirty="0">
                        <a:latin typeface="Calibri" charset="0"/>
                        <a:ea typeface="Calibri" charset="0"/>
                        <a:cs typeface="Calibri" charset="0"/>
                      </a:endParaRPr>
                    </a:p>
                  </a:txBody>
                  <a:tcPr marL="91440" marR="91440" marT="36576" marB="36576" anchor="ctr">
                    <a:lnL w="9525" cap="flat" cmpd="sng" algn="ctr">
                      <a:solidFill>
                        <a:srgbClr val="DAD6CC"/>
                      </a:solidFill>
                      <a:prstDash val="solid"/>
                      <a:round/>
                      <a:headEnd type="none" w="med" len="med"/>
                      <a:tailEnd type="none" w="med" len="med"/>
                    </a:lnL>
                    <a:lnR w="9525" cap="flat" cmpd="sng" algn="ctr">
                      <a:solidFill>
                        <a:srgbClr val="DAD6CC"/>
                      </a:solidFill>
                      <a:prstDash val="solid"/>
                      <a:round/>
                      <a:headEnd type="none" w="med" len="med"/>
                      <a:tailEnd type="none" w="med" len="med"/>
                    </a:lnR>
                    <a:lnT w="9525" cap="flat" cmpd="sng" algn="ctr">
                      <a:solidFill>
                        <a:srgbClr val="DAD6CC"/>
                      </a:solidFill>
                      <a:prstDash val="solid"/>
                      <a:round/>
                      <a:headEnd type="none" w="med" len="med"/>
                      <a:tailEnd type="none" w="med" len="med"/>
                    </a:lnT>
                    <a:lnB w="9525" cap="flat" cmpd="sng" algn="ctr">
                      <a:solidFill>
                        <a:srgbClr val="DAD6CC"/>
                      </a:solidFill>
                      <a:prstDash val="solid"/>
                      <a:round/>
                      <a:headEnd type="none" w="med" len="med"/>
                      <a:tailEnd type="none" w="med" len="med"/>
                    </a:lnB>
                    <a:solidFill>
                      <a:srgbClr val="FFFFFF"/>
                    </a:solidFill>
                  </a:tcPr>
                </a:tc>
                <a:tc>
                  <a:txBody>
                    <a:bodyPr/>
                    <a:lstStyle/>
                    <a:p>
                      <a:pPr indent="0" marL="0">
                        <a:buNone/>
                      </a:pPr>
                      <a:r>
                        <a:rPr lang="en-US" sz="1400" dirty="0">
                          <a:solidFill>
                            <a:srgbClr val="12202B"/>
                          </a:solidFill>
                          <a:latin typeface="Calibri" pitchFamily="34" charset="0"/>
                          <a:ea typeface="Calibri" pitchFamily="34" charset="-122"/>
                          <a:cs typeface="Calibri" pitchFamily="34" charset="-120"/>
                        </a:rPr>
                        <a:t>1</a:t>
                      </a:r>
                      <a:endParaRPr lang="en-US" sz="1400" dirty="0">
                        <a:latin typeface="Calibri" charset="0"/>
                        <a:ea typeface="Calibri" charset="0"/>
                        <a:cs typeface="Calibri" charset="0"/>
                      </a:endParaRPr>
                    </a:p>
                  </a:txBody>
                  <a:tcPr marL="91440" marR="91440" marT="36576" marB="36576" anchor="ctr">
                    <a:lnL w="9525" cap="flat" cmpd="sng" algn="ctr">
                      <a:solidFill>
                        <a:srgbClr val="DAD6CC"/>
                      </a:solidFill>
                      <a:prstDash val="solid"/>
                      <a:round/>
                      <a:headEnd type="none" w="med" len="med"/>
                      <a:tailEnd type="none" w="med" len="med"/>
                    </a:lnL>
                    <a:lnR w="9525" cap="flat" cmpd="sng" algn="ctr">
                      <a:solidFill>
                        <a:srgbClr val="DAD6CC"/>
                      </a:solidFill>
                      <a:prstDash val="solid"/>
                      <a:round/>
                      <a:headEnd type="none" w="med" len="med"/>
                      <a:tailEnd type="none" w="med" len="med"/>
                    </a:lnR>
                    <a:lnT w="9525" cap="flat" cmpd="sng" algn="ctr">
                      <a:solidFill>
                        <a:srgbClr val="DAD6CC"/>
                      </a:solidFill>
                      <a:prstDash val="solid"/>
                      <a:round/>
                      <a:headEnd type="none" w="med" len="med"/>
                      <a:tailEnd type="none" w="med" len="med"/>
                    </a:lnT>
                    <a:lnB w="9525" cap="flat" cmpd="sng" algn="ctr">
                      <a:solidFill>
                        <a:srgbClr val="DAD6CC"/>
                      </a:solidFill>
                      <a:prstDash val="solid"/>
                      <a:round/>
                      <a:headEnd type="none" w="med" len="med"/>
                      <a:tailEnd type="none" w="med" len="med"/>
                    </a:lnB>
                    <a:solidFill>
                      <a:srgbClr val="FFFFFF"/>
                    </a:solidFill>
                  </a:tcPr>
                </a:tc>
                <a:tc>
                  <a:txBody>
                    <a:bodyPr/>
                    <a:lstStyle/>
                    <a:p>
                      <a:pPr indent="0" marL="0">
                        <a:buNone/>
                      </a:pPr>
                      <a:r>
                        <a:rPr lang="en-US" sz="1400" b="1" dirty="0">
                          <a:solidFill>
                            <a:srgbClr val="2E7D4F"/>
                          </a:solidFill>
                          <a:latin typeface="Calibri" pitchFamily="34" charset="0"/>
                          <a:ea typeface="Calibri" pitchFamily="34" charset="-122"/>
                          <a:cs typeface="Calibri" pitchFamily="34" charset="-120"/>
                        </a:rPr>
                        <a:t>Xong</a:t>
                      </a:r>
                      <a:endParaRPr lang="en-US" sz="1400" dirty="0">
                        <a:latin typeface="Calibri" charset="0"/>
                        <a:ea typeface="Calibri" charset="0"/>
                        <a:cs typeface="Calibri" charset="0"/>
                      </a:endParaRPr>
                    </a:p>
                  </a:txBody>
                  <a:tcPr marL="91440" marR="91440" marT="36576" marB="36576" anchor="ctr">
                    <a:lnL w="9525" cap="flat" cmpd="sng" algn="ctr">
                      <a:solidFill>
                        <a:srgbClr val="DAD6CC"/>
                      </a:solidFill>
                      <a:prstDash val="solid"/>
                      <a:round/>
                      <a:headEnd type="none" w="med" len="med"/>
                      <a:tailEnd type="none" w="med" len="med"/>
                    </a:lnL>
                    <a:lnR w="9525" cap="flat" cmpd="sng" algn="ctr">
                      <a:solidFill>
                        <a:srgbClr val="DAD6CC"/>
                      </a:solidFill>
                      <a:prstDash val="solid"/>
                      <a:round/>
                      <a:headEnd type="none" w="med" len="med"/>
                      <a:tailEnd type="none" w="med" len="med"/>
                    </a:lnR>
                    <a:lnT w="9525" cap="flat" cmpd="sng" algn="ctr">
                      <a:solidFill>
                        <a:srgbClr val="DAD6CC"/>
                      </a:solidFill>
                      <a:prstDash val="solid"/>
                      <a:round/>
                      <a:headEnd type="none" w="med" len="med"/>
                      <a:tailEnd type="none" w="med" len="med"/>
                    </a:lnT>
                    <a:lnB w="9525" cap="flat" cmpd="sng" algn="ctr">
                      <a:solidFill>
                        <a:srgbClr val="DAD6CC"/>
                      </a:solidFill>
                      <a:prstDash val="solid"/>
                      <a:round/>
                      <a:headEnd type="none" w="med" len="med"/>
                      <a:tailEnd type="none" w="med" len="med"/>
                    </a:lnB>
                    <a:solidFill>
                      <a:srgbClr val="FFFFFF"/>
                    </a:solidFill>
                  </a:tcPr>
                </a:tc>
                <a:tc>
                  <a:txBody>
                    <a:bodyPr/>
                    <a:lstStyle/>
                    <a:p>
                      <a:pPr indent="0" marL="0">
                        <a:buNone/>
                      </a:pPr>
                      <a:r>
                        <a:rPr lang="en-US" sz="1400" dirty="0">
                          <a:solidFill>
                            <a:srgbClr val="12202B"/>
                          </a:solidFill>
                          <a:latin typeface="Calibri" pitchFamily="34" charset="0"/>
                          <a:ea typeface="Calibri" pitchFamily="34" charset="-122"/>
                          <a:cs typeface="Calibri" pitchFamily="34" charset="-120"/>
                        </a:rPr>
                        <a:t>README.md mục 2–3</a:t>
                      </a:r>
                      <a:endParaRPr lang="en-US" sz="1400" dirty="0">
                        <a:latin typeface="Calibri" charset="0"/>
                        <a:ea typeface="Calibri" charset="0"/>
                        <a:cs typeface="Calibri" charset="0"/>
                      </a:endParaRPr>
                    </a:p>
                  </a:txBody>
                  <a:tcPr marL="91440" marR="91440" marT="36576" marB="36576" anchor="ctr">
                    <a:lnL w="9525" cap="flat" cmpd="sng" algn="ctr">
                      <a:solidFill>
                        <a:srgbClr val="DAD6CC"/>
                      </a:solidFill>
                      <a:prstDash val="solid"/>
                      <a:round/>
                      <a:headEnd type="none" w="med" len="med"/>
                      <a:tailEnd type="none" w="med" len="med"/>
                    </a:lnL>
                    <a:lnR w="9525" cap="flat" cmpd="sng" algn="ctr">
                      <a:solidFill>
                        <a:srgbClr val="DAD6CC"/>
                      </a:solidFill>
                      <a:prstDash val="solid"/>
                      <a:round/>
                      <a:headEnd type="none" w="med" len="med"/>
                      <a:tailEnd type="none" w="med" len="med"/>
                    </a:lnR>
                    <a:lnT w="9525" cap="flat" cmpd="sng" algn="ctr">
                      <a:solidFill>
                        <a:srgbClr val="DAD6CC"/>
                      </a:solidFill>
                      <a:prstDash val="solid"/>
                      <a:round/>
                      <a:headEnd type="none" w="med" len="med"/>
                      <a:tailEnd type="none" w="med" len="med"/>
                    </a:lnT>
                    <a:lnB w="9525" cap="flat" cmpd="sng" algn="ctr">
                      <a:solidFill>
                        <a:srgbClr val="DAD6CC"/>
                      </a:solidFill>
                      <a:prstDash val="solid"/>
                      <a:round/>
                      <a:headEnd type="none" w="med" len="med"/>
                      <a:tailEnd type="none" w="med" len="med"/>
                    </a:lnB>
                    <a:solidFill>
                      <a:srgbClr val="FFFFFF"/>
                    </a:solidFill>
                  </a:tcPr>
                </a:tc>
              </a:tr>
              <a:tr h="457200">
                <a:tc>
                  <a:txBody>
                    <a:bodyPr/>
                    <a:lstStyle/>
                    <a:p>
                      <a:pPr indent="0" marL="0">
                        <a:buNone/>
                      </a:pPr>
                      <a:r>
                        <a:rPr lang="en-US" sz="1400" dirty="0">
                          <a:solidFill>
                            <a:srgbClr val="12202B"/>
                          </a:solidFill>
                          <a:latin typeface="Calibri" pitchFamily="34" charset="0"/>
                          <a:ea typeface="Calibri" pitchFamily="34" charset="-122"/>
                          <a:cs typeface="Calibri" pitchFamily="34" charset="-120"/>
                        </a:rPr>
                        <a:t>Kế hoạch kiểm thử: phạm vi, giả định, tiêu chí</a:t>
                      </a:r>
                      <a:endParaRPr lang="en-US" sz="1400" dirty="0">
                        <a:latin typeface="Calibri" charset="0"/>
                        <a:ea typeface="Calibri" charset="0"/>
                        <a:cs typeface="Calibri" charset="0"/>
                      </a:endParaRPr>
                    </a:p>
                  </a:txBody>
                  <a:tcPr marL="91440" marR="91440" marT="36576" marB="36576" anchor="ctr">
                    <a:lnL w="9525" cap="flat" cmpd="sng" algn="ctr">
                      <a:solidFill>
                        <a:srgbClr val="DAD6CC"/>
                      </a:solidFill>
                      <a:prstDash val="solid"/>
                      <a:round/>
                      <a:headEnd type="none" w="med" len="med"/>
                      <a:tailEnd type="none" w="med" len="med"/>
                    </a:lnL>
                    <a:lnR w="9525" cap="flat" cmpd="sng" algn="ctr">
                      <a:solidFill>
                        <a:srgbClr val="DAD6CC"/>
                      </a:solidFill>
                      <a:prstDash val="solid"/>
                      <a:round/>
                      <a:headEnd type="none" w="med" len="med"/>
                      <a:tailEnd type="none" w="med" len="med"/>
                    </a:lnR>
                    <a:lnT w="9525" cap="flat" cmpd="sng" algn="ctr">
                      <a:solidFill>
                        <a:srgbClr val="DAD6CC"/>
                      </a:solidFill>
                      <a:prstDash val="solid"/>
                      <a:round/>
                      <a:headEnd type="none" w="med" len="med"/>
                      <a:tailEnd type="none" w="med" len="med"/>
                    </a:lnT>
                    <a:lnB w="9525" cap="flat" cmpd="sng" algn="ctr">
                      <a:solidFill>
                        <a:srgbClr val="DAD6CC"/>
                      </a:solidFill>
                      <a:prstDash val="solid"/>
                      <a:round/>
                      <a:headEnd type="none" w="med" len="med"/>
                      <a:tailEnd type="none" w="med" len="med"/>
                    </a:lnB>
                    <a:solidFill>
                      <a:srgbClr val="FFFFFF"/>
                    </a:solidFill>
                  </a:tcPr>
                </a:tc>
                <a:tc>
                  <a:txBody>
                    <a:bodyPr/>
                    <a:lstStyle/>
                    <a:p>
                      <a:pPr indent="0" marL="0">
                        <a:buNone/>
                      </a:pPr>
                      <a:r>
                        <a:rPr lang="en-US" sz="1400" dirty="0">
                          <a:solidFill>
                            <a:srgbClr val="12202B"/>
                          </a:solidFill>
                          <a:latin typeface="Calibri" pitchFamily="34" charset="0"/>
                          <a:ea typeface="Calibri" pitchFamily="34" charset="-122"/>
                          <a:cs typeface="Calibri" pitchFamily="34" charset="-120"/>
                        </a:rPr>
                        <a:t>1</a:t>
                      </a:r>
                      <a:endParaRPr lang="en-US" sz="1400" dirty="0">
                        <a:latin typeface="Calibri" charset="0"/>
                        <a:ea typeface="Calibri" charset="0"/>
                        <a:cs typeface="Calibri" charset="0"/>
                      </a:endParaRPr>
                    </a:p>
                  </a:txBody>
                  <a:tcPr marL="91440" marR="91440" marT="36576" marB="36576" anchor="ctr">
                    <a:lnL w="9525" cap="flat" cmpd="sng" algn="ctr">
                      <a:solidFill>
                        <a:srgbClr val="DAD6CC"/>
                      </a:solidFill>
                      <a:prstDash val="solid"/>
                      <a:round/>
                      <a:headEnd type="none" w="med" len="med"/>
                      <a:tailEnd type="none" w="med" len="med"/>
                    </a:lnL>
                    <a:lnR w="9525" cap="flat" cmpd="sng" algn="ctr">
                      <a:solidFill>
                        <a:srgbClr val="DAD6CC"/>
                      </a:solidFill>
                      <a:prstDash val="solid"/>
                      <a:round/>
                      <a:headEnd type="none" w="med" len="med"/>
                      <a:tailEnd type="none" w="med" len="med"/>
                    </a:lnR>
                    <a:lnT w="9525" cap="flat" cmpd="sng" algn="ctr">
                      <a:solidFill>
                        <a:srgbClr val="DAD6CC"/>
                      </a:solidFill>
                      <a:prstDash val="solid"/>
                      <a:round/>
                      <a:headEnd type="none" w="med" len="med"/>
                      <a:tailEnd type="none" w="med" len="med"/>
                    </a:lnT>
                    <a:lnB w="9525" cap="flat" cmpd="sng" algn="ctr">
                      <a:solidFill>
                        <a:srgbClr val="DAD6CC"/>
                      </a:solidFill>
                      <a:prstDash val="solid"/>
                      <a:round/>
                      <a:headEnd type="none" w="med" len="med"/>
                      <a:tailEnd type="none" w="med" len="med"/>
                    </a:lnB>
                    <a:solidFill>
                      <a:srgbClr val="FFFFFF"/>
                    </a:solidFill>
                  </a:tcPr>
                </a:tc>
                <a:tc>
                  <a:txBody>
                    <a:bodyPr/>
                    <a:lstStyle/>
                    <a:p>
                      <a:pPr indent="0" marL="0">
                        <a:buNone/>
                      </a:pPr>
                      <a:r>
                        <a:rPr lang="en-US" sz="1400" b="1" dirty="0">
                          <a:solidFill>
                            <a:srgbClr val="2E7D4F"/>
                          </a:solidFill>
                          <a:latin typeface="Calibri" pitchFamily="34" charset="0"/>
                          <a:ea typeface="Calibri" pitchFamily="34" charset="-122"/>
                          <a:cs typeface="Calibri" pitchFamily="34" charset="-120"/>
                        </a:rPr>
                        <a:t>Xong</a:t>
                      </a:r>
                      <a:endParaRPr lang="en-US" sz="1400" dirty="0">
                        <a:latin typeface="Calibri" charset="0"/>
                        <a:ea typeface="Calibri" charset="0"/>
                        <a:cs typeface="Calibri" charset="0"/>
                      </a:endParaRPr>
                    </a:p>
                  </a:txBody>
                  <a:tcPr marL="91440" marR="91440" marT="36576" marB="36576" anchor="ctr">
                    <a:lnL w="9525" cap="flat" cmpd="sng" algn="ctr">
                      <a:solidFill>
                        <a:srgbClr val="DAD6CC"/>
                      </a:solidFill>
                      <a:prstDash val="solid"/>
                      <a:round/>
                      <a:headEnd type="none" w="med" len="med"/>
                      <a:tailEnd type="none" w="med" len="med"/>
                    </a:lnL>
                    <a:lnR w="9525" cap="flat" cmpd="sng" algn="ctr">
                      <a:solidFill>
                        <a:srgbClr val="DAD6CC"/>
                      </a:solidFill>
                      <a:prstDash val="solid"/>
                      <a:round/>
                      <a:headEnd type="none" w="med" len="med"/>
                      <a:tailEnd type="none" w="med" len="med"/>
                    </a:lnR>
                    <a:lnT w="9525" cap="flat" cmpd="sng" algn="ctr">
                      <a:solidFill>
                        <a:srgbClr val="DAD6CC"/>
                      </a:solidFill>
                      <a:prstDash val="solid"/>
                      <a:round/>
                      <a:headEnd type="none" w="med" len="med"/>
                      <a:tailEnd type="none" w="med" len="med"/>
                    </a:lnT>
                    <a:lnB w="9525" cap="flat" cmpd="sng" algn="ctr">
                      <a:solidFill>
                        <a:srgbClr val="DAD6CC"/>
                      </a:solidFill>
                      <a:prstDash val="solid"/>
                      <a:round/>
                      <a:headEnd type="none" w="med" len="med"/>
                      <a:tailEnd type="none" w="med" len="med"/>
                    </a:lnB>
                    <a:solidFill>
                      <a:srgbClr val="FFFFFF"/>
                    </a:solidFill>
                  </a:tcPr>
                </a:tc>
                <a:tc>
                  <a:txBody>
                    <a:bodyPr/>
                    <a:lstStyle/>
                    <a:p>
                      <a:pPr indent="0" marL="0">
                        <a:buNone/>
                      </a:pPr>
                      <a:r>
                        <a:rPr lang="en-US" sz="1400" dirty="0">
                          <a:solidFill>
                            <a:srgbClr val="12202B"/>
                          </a:solidFill>
                          <a:latin typeface="Calibri" pitchFamily="34" charset="0"/>
                          <a:ea typeface="Calibri" pitchFamily="34" charset="-122"/>
                          <a:cs typeface="Calibri" pitchFamily="34" charset="-120"/>
                        </a:rPr>
                        <a:t>Slide 6</a:t>
                      </a:r>
                      <a:endParaRPr lang="en-US" sz="1400" dirty="0">
                        <a:latin typeface="Calibri" charset="0"/>
                        <a:ea typeface="Calibri" charset="0"/>
                        <a:cs typeface="Calibri" charset="0"/>
                      </a:endParaRPr>
                    </a:p>
                  </a:txBody>
                  <a:tcPr marL="91440" marR="91440" marT="36576" marB="36576" anchor="ctr">
                    <a:lnL w="9525" cap="flat" cmpd="sng" algn="ctr">
                      <a:solidFill>
                        <a:srgbClr val="DAD6CC"/>
                      </a:solidFill>
                      <a:prstDash val="solid"/>
                      <a:round/>
                      <a:headEnd type="none" w="med" len="med"/>
                      <a:tailEnd type="none" w="med" len="med"/>
                    </a:lnL>
                    <a:lnR w="9525" cap="flat" cmpd="sng" algn="ctr">
                      <a:solidFill>
                        <a:srgbClr val="DAD6CC"/>
                      </a:solidFill>
                      <a:prstDash val="solid"/>
                      <a:round/>
                      <a:headEnd type="none" w="med" len="med"/>
                      <a:tailEnd type="none" w="med" len="med"/>
                    </a:lnR>
                    <a:lnT w="9525" cap="flat" cmpd="sng" algn="ctr">
                      <a:solidFill>
                        <a:srgbClr val="DAD6CC"/>
                      </a:solidFill>
                      <a:prstDash val="solid"/>
                      <a:round/>
                      <a:headEnd type="none" w="med" len="med"/>
                      <a:tailEnd type="none" w="med" len="med"/>
                    </a:lnT>
                    <a:lnB w="9525" cap="flat" cmpd="sng" algn="ctr">
                      <a:solidFill>
                        <a:srgbClr val="DAD6CC"/>
                      </a:solidFill>
                      <a:prstDash val="solid"/>
                      <a:round/>
                      <a:headEnd type="none" w="med" len="med"/>
                      <a:tailEnd type="none" w="med" len="med"/>
                    </a:lnB>
                    <a:solidFill>
                      <a:srgbClr val="FFFFFF"/>
                    </a:solidFill>
                  </a:tcPr>
                </a:tc>
              </a:tr>
              <a:tr h="457200">
                <a:tc>
                  <a:txBody>
                    <a:bodyPr/>
                    <a:lstStyle/>
                    <a:p>
                      <a:pPr indent="0" marL="0">
                        <a:buNone/>
                      </a:pPr>
                      <a:r>
                        <a:rPr lang="en-US" sz="1400" dirty="0">
                          <a:solidFill>
                            <a:srgbClr val="12202B"/>
                          </a:solidFill>
                          <a:latin typeface="Calibri" pitchFamily="34" charset="0"/>
                          <a:ea typeface="Calibri" pitchFamily="34" charset="-122"/>
                          <a:cs typeface="Calibri" pitchFamily="34" charset="-120"/>
                        </a:rPr>
                        <a:t>PoC race đầu tiên (đặt trùng slot)</a:t>
                      </a:r>
                      <a:endParaRPr lang="en-US" sz="1400" dirty="0">
                        <a:latin typeface="Calibri" charset="0"/>
                        <a:ea typeface="Calibri" charset="0"/>
                        <a:cs typeface="Calibri" charset="0"/>
                      </a:endParaRPr>
                    </a:p>
                  </a:txBody>
                  <a:tcPr marL="91440" marR="91440" marT="36576" marB="36576" anchor="ctr">
                    <a:lnL w="9525" cap="flat" cmpd="sng" algn="ctr">
                      <a:solidFill>
                        <a:srgbClr val="DAD6CC"/>
                      </a:solidFill>
                      <a:prstDash val="solid"/>
                      <a:round/>
                      <a:headEnd type="none" w="med" len="med"/>
                      <a:tailEnd type="none" w="med" len="med"/>
                    </a:lnL>
                    <a:lnR w="9525" cap="flat" cmpd="sng" algn="ctr">
                      <a:solidFill>
                        <a:srgbClr val="DAD6CC"/>
                      </a:solidFill>
                      <a:prstDash val="solid"/>
                      <a:round/>
                      <a:headEnd type="none" w="med" len="med"/>
                      <a:tailEnd type="none" w="med" len="med"/>
                    </a:lnR>
                    <a:lnT w="9525" cap="flat" cmpd="sng" algn="ctr">
                      <a:solidFill>
                        <a:srgbClr val="DAD6CC"/>
                      </a:solidFill>
                      <a:prstDash val="solid"/>
                      <a:round/>
                      <a:headEnd type="none" w="med" len="med"/>
                      <a:tailEnd type="none" w="med" len="med"/>
                    </a:lnT>
                    <a:lnB w="9525" cap="flat" cmpd="sng" algn="ctr">
                      <a:solidFill>
                        <a:srgbClr val="DAD6CC"/>
                      </a:solidFill>
                      <a:prstDash val="solid"/>
                      <a:round/>
                      <a:headEnd type="none" w="med" len="med"/>
                      <a:tailEnd type="none" w="med" len="med"/>
                    </a:lnB>
                    <a:solidFill>
                      <a:srgbClr val="FFFFFF"/>
                    </a:solidFill>
                  </a:tcPr>
                </a:tc>
                <a:tc>
                  <a:txBody>
                    <a:bodyPr/>
                    <a:lstStyle/>
                    <a:p>
                      <a:pPr indent="0" marL="0">
                        <a:buNone/>
                      </a:pPr>
                      <a:r>
                        <a:rPr lang="en-US" sz="1400" dirty="0">
                          <a:solidFill>
                            <a:srgbClr val="12202B"/>
                          </a:solidFill>
                          <a:latin typeface="Calibri" pitchFamily="34" charset="0"/>
                          <a:ea typeface="Calibri" pitchFamily="34" charset="-122"/>
                          <a:cs typeface="Calibri" pitchFamily="34" charset="-120"/>
                        </a:rPr>
                        <a:t>1</a:t>
                      </a:r>
                      <a:endParaRPr lang="en-US" sz="1400" dirty="0">
                        <a:latin typeface="Calibri" charset="0"/>
                        <a:ea typeface="Calibri" charset="0"/>
                        <a:cs typeface="Calibri" charset="0"/>
                      </a:endParaRPr>
                    </a:p>
                  </a:txBody>
                  <a:tcPr marL="91440" marR="91440" marT="36576" marB="36576" anchor="ctr">
                    <a:lnL w="9525" cap="flat" cmpd="sng" algn="ctr">
                      <a:solidFill>
                        <a:srgbClr val="DAD6CC"/>
                      </a:solidFill>
                      <a:prstDash val="solid"/>
                      <a:round/>
                      <a:headEnd type="none" w="med" len="med"/>
                      <a:tailEnd type="none" w="med" len="med"/>
                    </a:lnL>
                    <a:lnR w="9525" cap="flat" cmpd="sng" algn="ctr">
                      <a:solidFill>
                        <a:srgbClr val="DAD6CC"/>
                      </a:solidFill>
                      <a:prstDash val="solid"/>
                      <a:round/>
                      <a:headEnd type="none" w="med" len="med"/>
                      <a:tailEnd type="none" w="med" len="med"/>
                    </a:lnR>
                    <a:lnT w="9525" cap="flat" cmpd="sng" algn="ctr">
                      <a:solidFill>
                        <a:srgbClr val="DAD6CC"/>
                      </a:solidFill>
                      <a:prstDash val="solid"/>
                      <a:round/>
                      <a:headEnd type="none" w="med" len="med"/>
                      <a:tailEnd type="none" w="med" len="med"/>
                    </a:lnT>
                    <a:lnB w="9525" cap="flat" cmpd="sng" algn="ctr">
                      <a:solidFill>
                        <a:srgbClr val="DAD6CC"/>
                      </a:solidFill>
                      <a:prstDash val="solid"/>
                      <a:round/>
                      <a:headEnd type="none" w="med" len="med"/>
                      <a:tailEnd type="none" w="med" len="med"/>
                    </a:lnB>
                    <a:solidFill>
                      <a:srgbClr val="FFFFFF"/>
                    </a:solidFill>
                  </a:tcPr>
                </a:tc>
                <a:tc>
                  <a:txBody>
                    <a:bodyPr/>
                    <a:lstStyle/>
                    <a:p>
                      <a:pPr indent="0" marL="0">
                        <a:buNone/>
                      </a:pPr>
                      <a:r>
                        <a:rPr lang="en-US" sz="1400" b="1" dirty="0">
                          <a:solidFill>
                            <a:srgbClr val="2E7D4F"/>
                          </a:solidFill>
                          <a:latin typeface="Calibri" pitchFamily="34" charset="0"/>
                          <a:ea typeface="Calibri" pitchFamily="34" charset="-122"/>
                          <a:cs typeface="Calibri" pitchFamily="34" charset="-120"/>
                        </a:rPr>
                        <a:t>Xong</a:t>
                      </a:r>
                      <a:endParaRPr lang="en-US" sz="1400" dirty="0">
                        <a:latin typeface="Calibri" charset="0"/>
                        <a:ea typeface="Calibri" charset="0"/>
                        <a:cs typeface="Calibri" charset="0"/>
                      </a:endParaRPr>
                    </a:p>
                  </a:txBody>
                  <a:tcPr marL="91440" marR="91440" marT="36576" marB="36576" anchor="ctr">
                    <a:lnL w="9525" cap="flat" cmpd="sng" algn="ctr">
                      <a:solidFill>
                        <a:srgbClr val="DAD6CC"/>
                      </a:solidFill>
                      <a:prstDash val="solid"/>
                      <a:round/>
                      <a:headEnd type="none" w="med" len="med"/>
                      <a:tailEnd type="none" w="med" len="med"/>
                    </a:lnL>
                    <a:lnR w="9525" cap="flat" cmpd="sng" algn="ctr">
                      <a:solidFill>
                        <a:srgbClr val="DAD6CC"/>
                      </a:solidFill>
                      <a:prstDash val="solid"/>
                      <a:round/>
                      <a:headEnd type="none" w="med" len="med"/>
                      <a:tailEnd type="none" w="med" len="med"/>
                    </a:lnR>
                    <a:lnT w="9525" cap="flat" cmpd="sng" algn="ctr">
                      <a:solidFill>
                        <a:srgbClr val="DAD6CC"/>
                      </a:solidFill>
                      <a:prstDash val="solid"/>
                      <a:round/>
                      <a:headEnd type="none" w="med" len="med"/>
                      <a:tailEnd type="none" w="med" len="med"/>
                    </a:lnT>
                    <a:lnB w="9525" cap="flat" cmpd="sng" algn="ctr">
                      <a:solidFill>
                        <a:srgbClr val="DAD6CC"/>
                      </a:solidFill>
                      <a:prstDash val="solid"/>
                      <a:round/>
                      <a:headEnd type="none" w="med" len="med"/>
                      <a:tailEnd type="none" w="med" len="med"/>
                    </a:lnB>
                    <a:solidFill>
                      <a:srgbClr val="FFFFFF"/>
                    </a:solidFill>
                  </a:tcPr>
                </a:tc>
                <a:tc>
                  <a:txBody>
                    <a:bodyPr/>
                    <a:lstStyle/>
                    <a:p>
                      <a:pPr indent="0" marL="0">
                        <a:buNone/>
                      </a:pPr>
                      <a:r>
                        <a:rPr lang="en-US" sz="1400" dirty="0">
                          <a:solidFill>
                            <a:srgbClr val="12202B"/>
                          </a:solidFill>
                          <a:latin typeface="Calibri" pitchFamily="34" charset="0"/>
                          <a:ea typeface="Calibri" pitchFamily="34" charset="-122"/>
                          <a:cs typeface="Calibri" pitchFamily="34" charset="-120"/>
                        </a:rPr>
                        <a:t>Slide 7</a:t>
                      </a:r>
                      <a:endParaRPr lang="en-US" sz="1400" dirty="0">
                        <a:latin typeface="Calibri" charset="0"/>
                        <a:ea typeface="Calibri" charset="0"/>
                        <a:cs typeface="Calibri" charset="0"/>
                      </a:endParaRPr>
                    </a:p>
                  </a:txBody>
                  <a:tcPr marL="91440" marR="91440" marT="36576" marB="36576" anchor="ctr">
                    <a:lnL w="9525" cap="flat" cmpd="sng" algn="ctr">
                      <a:solidFill>
                        <a:srgbClr val="DAD6CC"/>
                      </a:solidFill>
                      <a:prstDash val="solid"/>
                      <a:round/>
                      <a:headEnd type="none" w="med" len="med"/>
                      <a:tailEnd type="none" w="med" len="med"/>
                    </a:lnL>
                    <a:lnR w="9525" cap="flat" cmpd="sng" algn="ctr">
                      <a:solidFill>
                        <a:srgbClr val="DAD6CC"/>
                      </a:solidFill>
                      <a:prstDash val="solid"/>
                      <a:round/>
                      <a:headEnd type="none" w="med" len="med"/>
                      <a:tailEnd type="none" w="med" len="med"/>
                    </a:lnR>
                    <a:lnT w="9525" cap="flat" cmpd="sng" algn="ctr">
                      <a:solidFill>
                        <a:srgbClr val="DAD6CC"/>
                      </a:solidFill>
                      <a:prstDash val="solid"/>
                      <a:round/>
                      <a:headEnd type="none" w="med" len="med"/>
                      <a:tailEnd type="none" w="med" len="med"/>
                    </a:lnT>
                    <a:lnB w="9525" cap="flat" cmpd="sng" algn="ctr">
                      <a:solidFill>
                        <a:srgbClr val="DAD6CC"/>
                      </a:solidFill>
                      <a:prstDash val="solid"/>
                      <a:round/>
                      <a:headEnd type="none" w="med" len="med"/>
                      <a:tailEnd type="none" w="med" len="med"/>
                    </a:lnB>
                    <a:solidFill>
                      <a:srgbClr val="FFFFFF"/>
                    </a:solidFill>
                  </a:tcPr>
                </a:tc>
              </a:tr>
              <a:tr h="457200">
                <a:tc>
                  <a:txBody>
                    <a:bodyPr/>
                    <a:lstStyle/>
                    <a:p>
                      <a:pPr indent="0" marL="0">
                        <a:buNone/>
                      </a:pPr>
                      <a:r>
                        <a:rPr lang="en-US" sz="1400" dirty="0">
                          <a:solidFill>
                            <a:srgbClr val="12202B"/>
                          </a:solidFill>
                          <a:latin typeface="Calibri" pitchFamily="34" charset="0"/>
                          <a:ea typeface="Calibri" pitchFamily="34" charset="-122"/>
                          <a:cs typeface="Calibri" pitchFamily="34" charset="-120"/>
                        </a:rPr>
                        <a:t>Mở rộng scenario S3–S8, chạy nhiều vòng</a:t>
                      </a:r>
                      <a:endParaRPr lang="en-US" sz="1400" dirty="0">
                        <a:latin typeface="Calibri" charset="0"/>
                        <a:ea typeface="Calibri" charset="0"/>
                        <a:cs typeface="Calibri" charset="0"/>
                      </a:endParaRPr>
                    </a:p>
                  </a:txBody>
                  <a:tcPr marL="91440" marR="91440" marT="36576" marB="36576" anchor="ctr">
                    <a:lnL w="9525" cap="flat" cmpd="sng" algn="ctr">
                      <a:solidFill>
                        <a:srgbClr val="DAD6CC"/>
                      </a:solidFill>
                      <a:prstDash val="solid"/>
                      <a:round/>
                      <a:headEnd type="none" w="med" len="med"/>
                      <a:tailEnd type="none" w="med" len="med"/>
                    </a:lnL>
                    <a:lnR w="9525" cap="flat" cmpd="sng" algn="ctr">
                      <a:solidFill>
                        <a:srgbClr val="DAD6CC"/>
                      </a:solidFill>
                      <a:prstDash val="solid"/>
                      <a:round/>
                      <a:headEnd type="none" w="med" len="med"/>
                      <a:tailEnd type="none" w="med" len="med"/>
                    </a:lnR>
                    <a:lnT w="9525" cap="flat" cmpd="sng" algn="ctr">
                      <a:solidFill>
                        <a:srgbClr val="DAD6CC"/>
                      </a:solidFill>
                      <a:prstDash val="solid"/>
                      <a:round/>
                      <a:headEnd type="none" w="med" len="med"/>
                      <a:tailEnd type="none" w="med" len="med"/>
                    </a:lnT>
                    <a:lnB w="9525" cap="flat" cmpd="sng" algn="ctr">
                      <a:solidFill>
                        <a:srgbClr val="DAD6CC"/>
                      </a:solidFill>
                      <a:prstDash val="solid"/>
                      <a:round/>
                      <a:headEnd type="none" w="med" len="med"/>
                      <a:tailEnd type="none" w="med" len="med"/>
                    </a:lnB>
                    <a:solidFill>
                      <a:srgbClr val="FFFFFF"/>
                    </a:solidFill>
                  </a:tcPr>
                </a:tc>
                <a:tc>
                  <a:txBody>
                    <a:bodyPr/>
                    <a:lstStyle/>
                    <a:p>
                      <a:pPr indent="0" marL="0">
                        <a:buNone/>
                      </a:pPr>
                      <a:r>
                        <a:rPr lang="en-US" sz="1400" dirty="0">
                          <a:solidFill>
                            <a:srgbClr val="12202B"/>
                          </a:solidFill>
                          <a:latin typeface="Calibri" pitchFamily="34" charset="0"/>
                          <a:ea typeface="Calibri" pitchFamily="34" charset="-122"/>
                          <a:cs typeface="Calibri" pitchFamily="34" charset="-120"/>
                        </a:rPr>
                        <a:t>2–3</a:t>
                      </a:r>
                      <a:endParaRPr lang="en-US" sz="1400" dirty="0">
                        <a:latin typeface="Calibri" charset="0"/>
                        <a:ea typeface="Calibri" charset="0"/>
                        <a:cs typeface="Calibri" charset="0"/>
                      </a:endParaRPr>
                    </a:p>
                  </a:txBody>
                  <a:tcPr marL="91440" marR="91440" marT="36576" marB="36576" anchor="ctr">
                    <a:lnL w="9525" cap="flat" cmpd="sng" algn="ctr">
                      <a:solidFill>
                        <a:srgbClr val="DAD6CC"/>
                      </a:solidFill>
                      <a:prstDash val="solid"/>
                      <a:round/>
                      <a:headEnd type="none" w="med" len="med"/>
                      <a:tailEnd type="none" w="med" len="med"/>
                    </a:lnL>
                    <a:lnR w="9525" cap="flat" cmpd="sng" algn="ctr">
                      <a:solidFill>
                        <a:srgbClr val="DAD6CC"/>
                      </a:solidFill>
                      <a:prstDash val="solid"/>
                      <a:round/>
                      <a:headEnd type="none" w="med" len="med"/>
                      <a:tailEnd type="none" w="med" len="med"/>
                    </a:lnR>
                    <a:lnT w="9525" cap="flat" cmpd="sng" algn="ctr">
                      <a:solidFill>
                        <a:srgbClr val="DAD6CC"/>
                      </a:solidFill>
                      <a:prstDash val="solid"/>
                      <a:round/>
                      <a:headEnd type="none" w="med" len="med"/>
                      <a:tailEnd type="none" w="med" len="med"/>
                    </a:lnT>
                    <a:lnB w="9525" cap="flat" cmpd="sng" algn="ctr">
                      <a:solidFill>
                        <a:srgbClr val="DAD6CC"/>
                      </a:solidFill>
                      <a:prstDash val="solid"/>
                      <a:round/>
                      <a:headEnd type="none" w="med" len="med"/>
                      <a:tailEnd type="none" w="med" len="med"/>
                    </a:lnB>
                    <a:solidFill>
                      <a:srgbClr val="FFFFFF"/>
                    </a:solidFill>
                  </a:tcPr>
                </a:tc>
                <a:tc>
                  <a:txBody>
                    <a:bodyPr/>
                    <a:lstStyle/>
                    <a:p>
                      <a:pPr indent="0" marL="0">
                        <a:buNone/>
                      </a:pPr>
                      <a:r>
                        <a:rPr lang="en-US" sz="1400" b="1" dirty="0">
                          <a:solidFill>
                            <a:srgbClr val="B4531A"/>
                          </a:solidFill>
                          <a:latin typeface="Calibri" pitchFamily="34" charset="0"/>
                          <a:ea typeface="Calibri" pitchFamily="34" charset="-122"/>
                          <a:cs typeface="Calibri" pitchFamily="34" charset="-120"/>
                        </a:rPr>
                        <a:t>Đang làm</a:t>
                      </a:r>
                      <a:endParaRPr lang="en-US" sz="1400" dirty="0">
                        <a:latin typeface="Calibri" charset="0"/>
                        <a:ea typeface="Calibri" charset="0"/>
                        <a:cs typeface="Calibri" charset="0"/>
                      </a:endParaRPr>
                    </a:p>
                  </a:txBody>
                  <a:tcPr marL="91440" marR="91440" marT="36576" marB="36576" anchor="ctr">
                    <a:lnL w="9525" cap="flat" cmpd="sng" algn="ctr">
                      <a:solidFill>
                        <a:srgbClr val="DAD6CC"/>
                      </a:solidFill>
                      <a:prstDash val="solid"/>
                      <a:round/>
                      <a:headEnd type="none" w="med" len="med"/>
                      <a:tailEnd type="none" w="med" len="med"/>
                    </a:lnL>
                    <a:lnR w="9525" cap="flat" cmpd="sng" algn="ctr">
                      <a:solidFill>
                        <a:srgbClr val="DAD6CC"/>
                      </a:solidFill>
                      <a:prstDash val="solid"/>
                      <a:round/>
                      <a:headEnd type="none" w="med" len="med"/>
                      <a:tailEnd type="none" w="med" len="med"/>
                    </a:lnR>
                    <a:lnT w="9525" cap="flat" cmpd="sng" algn="ctr">
                      <a:solidFill>
                        <a:srgbClr val="DAD6CC"/>
                      </a:solidFill>
                      <a:prstDash val="solid"/>
                      <a:round/>
                      <a:headEnd type="none" w="med" len="med"/>
                      <a:tailEnd type="none" w="med" len="med"/>
                    </a:lnT>
                    <a:lnB w="9525" cap="flat" cmpd="sng" algn="ctr">
                      <a:solidFill>
                        <a:srgbClr val="DAD6CC"/>
                      </a:solidFill>
                      <a:prstDash val="solid"/>
                      <a:round/>
                      <a:headEnd type="none" w="med" len="med"/>
                      <a:tailEnd type="none" w="med" len="med"/>
                    </a:lnB>
                    <a:solidFill>
                      <a:srgbClr val="FFFFFF"/>
                    </a:solidFill>
                  </a:tcPr>
                </a:tc>
                <a:tc>
                  <a:txBody>
                    <a:bodyPr/>
                    <a:lstStyle/>
                    <a:p>
                      <a:pPr indent="0" marL="0">
                        <a:buNone/>
                      </a:pPr>
                      <a:r>
                        <a:rPr lang="en-US" sz="1400" dirty="0">
                          <a:solidFill>
                            <a:srgbClr val="12202B"/>
                          </a:solidFill>
                          <a:latin typeface="Calibri" pitchFamily="34" charset="0"/>
                          <a:ea typeface="Calibri" pitchFamily="34" charset="-122"/>
                          <a:cs typeface="Calibri" pitchFamily="34" charset="-120"/>
                        </a:rPr>
                        <a:t>Đã có bản nháp harness</a:t>
                      </a:r>
                      <a:endParaRPr lang="en-US" sz="1400" dirty="0">
                        <a:latin typeface="Calibri" charset="0"/>
                        <a:ea typeface="Calibri" charset="0"/>
                        <a:cs typeface="Calibri" charset="0"/>
                      </a:endParaRPr>
                    </a:p>
                  </a:txBody>
                  <a:tcPr marL="91440" marR="91440" marT="36576" marB="36576" anchor="ctr">
                    <a:lnL w="9525" cap="flat" cmpd="sng" algn="ctr">
                      <a:solidFill>
                        <a:srgbClr val="DAD6CC"/>
                      </a:solidFill>
                      <a:prstDash val="solid"/>
                      <a:round/>
                      <a:headEnd type="none" w="med" len="med"/>
                      <a:tailEnd type="none" w="med" len="med"/>
                    </a:lnL>
                    <a:lnR w="9525" cap="flat" cmpd="sng" algn="ctr">
                      <a:solidFill>
                        <a:srgbClr val="DAD6CC"/>
                      </a:solidFill>
                      <a:prstDash val="solid"/>
                      <a:round/>
                      <a:headEnd type="none" w="med" len="med"/>
                      <a:tailEnd type="none" w="med" len="med"/>
                    </a:lnR>
                    <a:lnT w="9525" cap="flat" cmpd="sng" algn="ctr">
                      <a:solidFill>
                        <a:srgbClr val="DAD6CC"/>
                      </a:solidFill>
                      <a:prstDash val="solid"/>
                      <a:round/>
                      <a:headEnd type="none" w="med" len="med"/>
                      <a:tailEnd type="none" w="med" len="med"/>
                    </a:lnT>
                    <a:lnB w="9525" cap="flat" cmpd="sng" algn="ctr">
                      <a:solidFill>
                        <a:srgbClr val="DAD6CC"/>
                      </a:solidFill>
                      <a:prstDash val="solid"/>
                      <a:round/>
                      <a:headEnd type="none" w="med" len="med"/>
                      <a:tailEnd type="none" w="med" len="med"/>
                    </a:lnB>
                    <a:solidFill>
                      <a:srgbClr val="FFFFFF"/>
                    </a:solidFill>
                  </a:tcPr>
                </a:tc>
              </a:tr>
              <a:tr h="457200">
                <a:tc>
                  <a:txBody>
                    <a:bodyPr/>
                    <a:lstStyle/>
                    <a:p>
                      <a:pPr indent="0" marL="0">
                        <a:buNone/>
                      </a:pPr>
                      <a:r>
                        <a:rPr lang="en-US" sz="1400" dirty="0">
                          <a:solidFill>
                            <a:srgbClr val="12202B"/>
                          </a:solidFill>
                          <a:latin typeface="Calibri" pitchFamily="34" charset="0"/>
                          <a:ea typeface="Calibri" pitchFamily="34" charset="-122"/>
                          <a:cs typeface="Calibri" pitchFamily="34" charset="-120"/>
                        </a:rPr>
                        <a:t>Phân tích nguyên nhân gốc, viết báo cáo cuối</a:t>
                      </a:r>
                      <a:endParaRPr lang="en-US" sz="1400" dirty="0">
                        <a:latin typeface="Calibri" charset="0"/>
                        <a:ea typeface="Calibri" charset="0"/>
                        <a:cs typeface="Calibri" charset="0"/>
                      </a:endParaRPr>
                    </a:p>
                  </a:txBody>
                  <a:tcPr marL="91440" marR="91440" marT="36576" marB="36576" anchor="ctr">
                    <a:lnL w="9525" cap="flat" cmpd="sng" algn="ctr">
                      <a:solidFill>
                        <a:srgbClr val="DAD6CC"/>
                      </a:solidFill>
                      <a:prstDash val="solid"/>
                      <a:round/>
                      <a:headEnd type="none" w="med" len="med"/>
                      <a:tailEnd type="none" w="med" len="med"/>
                    </a:lnL>
                    <a:lnR w="9525" cap="flat" cmpd="sng" algn="ctr">
                      <a:solidFill>
                        <a:srgbClr val="DAD6CC"/>
                      </a:solidFill>
                      <a:prstDash val="solid"/>
                      <a:round/>
                      <a:headEnd type="none" w="med" len="med"/>
                      <a:tailEnd type="none" w="med" len="med"/>
                    </a:lnR>
                    <a:lnT w="9525" cap="flat" cmpd="sng" algn="ctr">
                      <a:solidFill>
                        <a:srgbClr val="DAD6CC"/>
                      </a:solidFill>
                      <a:prstDash val="solid"/>
                      <a:round/>
                      <a:headEnd type="none" w="med" len="med"/>
                      <a:tailEnd type="none" w="med" len="med"/>
                    </a:lnT>
                    <a:lnB w="9525" cap="flat" cmpd="sng" algn="ctr">
                      <a:solidFill>
                        <a:srgbClr val="DAD6CC"/>
                      </a:solidFill>
                      <a:prstDash val="solid"/>
                      <a:round/>
                      <a:headEnd type="none" w="med" len="med"/>
                      <a:tailEnd type="none" w="med" len="med"/>
                    </a:lnB>
                    <a:solidFill>
                      <a:srgbClr val="FFFFFF"/>
                    </a:solidFill>
                  </a:tcPr>
                </a:tc>
                <a:tc>
                  <a:txBody>
                    <a:bodyPr/>
                    <a:lstStyle/>
                    <a:p>
                      <a:pPr indent="0" marL="0">
                        <a:buNone/>
                      </a:pPr>
                      <a:r>
                        <a:rPr lang="en-US" sz="1400" dirty="0">
                          <a:solidFill>
                            <a:srgbClr val="12202B"/>
                          </a:solidFill>
                          <a:latin typeface="Calibri" pitchFamily="34" charset="0"/>
                          <a:ea typeface="Calibri" pitchFamily="34" charset="-122"/>
                          <a:cs typeface="Calibri" pitchFamily="34" charset="-120"/>
                        </a:rPr>
                        <a:t>4</a:t>
                      </a:r>
                      <a:endParaRPr lang="en-US" sz="1400" dirty="0">
                        <a:latin typeface="Calibri" charset="0"/>
                        <a:ea typeface="Calibri" charset="0"/>
                        <a:cs typeface="Calibri" charset="0"/>
                      </a:endParaRPr>
                    </a:p>
                  </a:txBody>
                  <a:tcPr marL="91440" marR="91440" marT="36576" marB="36576" anchor="ctr">
                    <a:lnL w="9525" cap="flat" cmpd="sng" algn="ctr">
                      <a:solidFill>
                        <a:srgbClr val="DAD6CC"/>
                      </a:solidFill>
                      <a:prstDash val="solid"/>
                      <a:round/>
                      <a:headEnd type="none" w="med" len="med"/>
                      <a:tailEnd type="none" w="med" len="med"/>
                    </a:lnL>
                    <a:lnR w="9525" cap="flat" cmpd="sng" algn="ctr">
                      <a:solidFill>
                        <a:srgbClr val="DAD6CC"/>
                      </a:solidFill>
                      <a:prstDash val="solid"/>
                      <a:round/>
                      <a:headEnd type="none" w="med" len="med"/>
                      <a:tailEnd type="none" w="med" len="med"/>
                    </a:lnR>
                    <a:lnT w="9525" cap="flat" cmpd="sng" algn="ctr">
                      <a:solidFill>
                        <a:srgbClr val="DAD6CC"/>
                      </a:solidFill>
                      <a:prstDash val="solid"/>
                      <a:round/>
                      <a:headEnd type="none" w="med" len="med"/>
                      <a:tailEnd type="none" w="med" len="med"/>
                    </a:lnT>
                    <a:lnB w="9525" cap="flat" cmpd="sng" algn="ctr">
                      <a:solidFill>
                        <a:srgbClr val="DAD6CC"/>
                      </a:solidFill>
                      <a:prstDash val="solid"/>
                      <a:round/>
                      <a:headEnd type="none" w="med" len="med"/>
                      <a:tailEnd type="none" w="med" len="med"/>
                    </a:lnB>
                    <a:solidFill>
                      <a:srgbClr val="FFFFFF"/>
                    </a:solidFill>
                  </a:tcPr>
                </a:tc>
                <a:tc>
                  <a:txBody>
                    <a:bodyPr/>
                    <a:lstStyle/>
                    <a:p>
                      <a:pPr indent="0" marL="0">
                        <a:buNone/>
                      </a:pPr>
                      <a:r>
                        <a:rPr lang="en-US" sz="1400" b="1" dirty="0">
                          <a:solidFill>
                            <a:srgbClr val="4A5866"/>
                          </a:solidFill>
                          <a:latin typeface="Calibri" pitchFamily="34" charset="0"/>
                          <a:ea typeface="Calibri" pitchFamily="34" charset="-122"/>
                          <a:cs typeface="Calibri" pitchFamily="34" charset="-120"/>
                        </a:rPr>
                        <a:t>Chưa làm</a:t>
                      </a:r>
                      <a:endParaRPr lang="en-US" sz="1400" dirty="0">
                        <a:latin typeface="Calibri" charset="0"/>
                        <a:ea typeface="Calibri" charset="0"/>
                        <a:cs typeface="Calibri" charset="0"/>
                      </a:endParaRPr>
                    </a:p>
                  </a:txBody>
                  <a:tcPr marL="91440" marR="91440" marT="36576" marB="36576" anchor="ctr">
                    <a:lnL w="9525" cap="flat" cmpd="sng" algn="ctr">
                      <a:solidFill>
                        <a:srgbClr val="DAD6CC"/>
                      </a:solidFill>
                      <a:prstDash val="solid"/>
                      <a:round/>
                      <a:headEnd type="none" w="med" len="med"/>
                      <a:tailEnd type="none" w="med" len="med"/>
                    </a:lnL>
                    <a:lnR w="9525" cap="flat" cmpd="sng" algn="ctr">
                      <a:solidFill>
                        <a:srgbClr val="DAD6CC"/>
                      </a:solidFill>
                      <a:prstDash val="solid"/>
                      <a:round/>
                      <a:headEnd type="none" w="med" len="med"/>
                      <a:tailEnd type="none" w="med" len="med"/>
                    </a:lnR>
                    <a:lnT w="9525" cap="flat" cmpd="sng" algn="ctr">
                      <a:solidFill>
                        <a:srgbClr val="DAD6CC"/>
                      </a:solidFill>
                      <a:prstDash val="solid"/>
                      <a:round/>
                      <a:headEnd type="none" w="med" len="med"/>
                      <a:tailEnd type="none" w="med" len="med"/>
                    </a:lnT>
                    <a:lnB w="9525" cap="flat" cmpd="sng" algn="ctr">
                      <a:solidFill>
                        <a:srgbClr val="DAD6CC"/>
                      </a:solidFill>
                      <a:prstDash val="solid"/>
                      <a:round/>
                      <a:headEnd type="none" w="med" len="med"/>
                      <a:tailEnd type="none" w="med" len="med"/>
                    </a:lnB>
                    <a:solidFill>
                      <a:srgbClr val="FFFFFF"/>
                    </a:solidFill>
                  </a:tcPr>
                </a:tc>
                <a:tc>
                  <a:txBody>
                    <a:bodyPr/>
                    <a:lstStyle/>
                    <a:p>
                      <a:pPr indent="0" marL="0">
                        <a:buNone/>
                      </a:pPr>
                      <a:r>
                        <a:rPr lang="en-US" sz="1400" dirty="0">
                          <a:solidFill>
                            <a:srgbClr val="12202B"/>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marL="91440" marR="91440" marT="36576" marB="36576" anchor="ctr">
                    <a:lnL w="9525" cap="flat" cmpd="sng" algn="ctr">
                      <a:solidFill>
                        <a:srgbClr val="DAD6CC"/>
                      </a:solidFill>
                      <a:prstDash val="solid"/>
                      <a:round/>
                      <a:headEnd type="none" w="med" len="med"/>
                      <a:tailEnd type="none" w="med" len="med"/>
                    </a:lnL>
                    <a:lnR w="9525" cap="flat" cmpd="sng" algn="ctr">
                      <a:solidFill>
                        <a:srgbClr val="DAD6CC"/>
                      </a:solidFill>
                      <a:prstDash val="solid"/>
                      <a:round/>
                      <a:headEnd type="none" w="med" len="med"/>
                      <a:tailEnd type="none" w="med" len="med"/>
                    </a:lnR>
                    <a:lnT w="9525" cap="flat" cmpd="sng" algn="ctr">
                      <a:solidFill>
                        <a:srgbClr val="DAD6CC"/>
                      </a:solidFill>
                      <a:prstDash val="solid"/>
                      <a:round/>
                      <a:headEnd type="none" w="med" len="med"/>
                      <a:tailEnd type="none" w="med" len="med"/>
                    </a:lnT>
                    <a:lnB w="9525" cap="flat" cmpd="sng" algn="ctr">
                      <a:solidFill>
                        <a:srgbClr val="DAD6CC"/>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155680" y="6355080"/>
            <a:ext cx="45720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7A8592"/>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640080" y="292608"/>
            <a:ext cx="10908792" cy="274320"/>
          </a:xfrm>
          <a:prstGeom prst="rect">
            <a:avLst/>
          </a:prstGeom>
          <a:noFill/>
          <a:ln/>
        </p:spPr>
        <p:txBody>
          <a:bodyPr wrap="square" lIns="0" tIns="0" rIns="0" bIns="0" rtlCol="0" anchor="ctr"/>
          <a:lstStyle/>
          <a:p>
            <a:pPr indent="0" marL="0">
              <a:buNone/>
            </a:pPr>
            <a:r>
              <a:rPr lang="en-US" sz="1300" b="1" spc="200" kern="0" dirty="0">
                <a:solidFill>
                  <a:srgbClr val="B4531A"/>
                </a:solidFill>
                <a:latin typeface="Consolas" pitchFamily="34" charset="0"/>
                <a:ea typeface="Consolas" pitchFamily="34" charset="-122"/>
                <a:cs typeface="Consolas" pitchFamily="34" charset="-120"/>
              </a:rPr>
              <a:t>03 · KIẾN TRÚC</a:t>
            </a:r>
            <a:endParaRPr lang="en-US" sz="1300" dirty="0"/>
          </a:p>
        </p:txBody>
      </p:sp>
      <p:sp>
        <p:nvSpPr>
          <p:cNvPr id="3" name="Text 0"/>
          <p:cNvSpPr/>
          <p:nvPr>
            <p:ph idx="100" type="title" hasCustomPrompt="1"/>
          </p:nvPr>
        </p:nvSpPr>
        <p:spPr>
          <a:xfrm>
            <a:off x="640080" y="640080"/>
            <a:ext cx="10908792" cy="868680"/>
          </a:xfrm>
          <a:prstGeom prst="rect">
            <a:avLst/>
          </a:prstGeom>
          <a:noFill/>
          <a:ln/>
        </p:spPr>
        <p:txBody>
          <a:bodyPr wrap="square" lIns="0" tIns="0" rIns="0" bIns="0" rtlCol="0" anchor="t"/>
          <a:lstStyle/>
          <a:p>
            <a:pPr indent="0" marL="0">
              <a:buNone/>
            </a:pPr>
            <a:r>
              <a:rPr lang="en-US" sz="3400" b="1" dirty="0">
                <a:solidFill>
                  <a:srgbClr val="12202B"/>
                </a:solidFill>
                <a:latin typeface="Calibri" pitchFamily="34" charset="0"/>
                <a:ea typeface="Calibri" pitchFamily="34" charset="-122"/>
                <a:cs typeface="Calibri" pitchFamily="34" charset="-120"/>
              </a:rPr>
              <a:t>Một request đặt lịch đi qua 4 lớp</a:t>
            </a:r>
            <a:endParaRPr lang="en-US" sz="3400" dirty="0"/>
          </a:p>
        </p:txBody>
      </p:sp>
      <p:sp>
        <p:nvSpPr>
          <p:cNvPr id="4" name="Shape 2"/>
          <p:cNvSpPr/>
          <p:nvPr/>
        </p:nvSpPr>
        <p:spPr>
          <a:xfrm>
            <a:off x="640080" y="1737360"/>
            <a:ext cx="2331720" cy="1645920"/>
          </a:xfrm>
          <a:prstGeom prst="roundRect">
            <a:avLst>
              <a:gd name="adj" fmla="val 6667"/>
            </a:avLst>
          </a:prstGeom>
          <a:solidFill>
            <a:srgbClr val="12202B"/>
          </a:solidFill>
          <a:ln w="12700">
            <a:solidFill>
              <a:srgbClr val="12202B"/>
            </a:solidFill>
            <a:prstDash val="solid"/>
          </a:ln>
        </p:spPr>
      </p:sp>
      <p:sp>
        <p:nvSpPr>
          <p:cNvPr id="5" name="Text 3"/>
          <p:cNvSpPr txBox="1"/>
          <p:nvPr/>
        </p:nvSpPr>
        <p:spPr>
          <a:xfrm>
            <a:off x="777240" y="1828800"/>
            <a:ext cx="2057400" cy="457200"/>
          </a:xfrm>
          <a:prstGeom prst="rect">
            <a:avLst/>
          </a:prstGeom>
          <a:noFill/>
          <a:ln/>
        </p:spPr>
        <p:txBody>
          <a:bodyPr wrap="square" lIns="0" tIns="0" rIns="0" bIns="0" rtlCol="0" anchor="t"/>
          <a:lstStyle/>
          <a:p>
            <a:pPr indent="0" marL="0">
              <a:buNone/>
            </a:pPr>
            <a:r>
              <a:rPr lang="en-US" sz="1300" b="1" dirty="0">
                <a:solidFill>
                  <a:srgbClr val="E07B39"/>
                </a:solidFill>
                <a:latin typeface="Consolas" pitchFamily="34" charset="0"/>
                <a:ea typeface="Consolas" pitchFamily="34" charset="-122"/>
                <a:cs typeface="Consolas" pitchFamily="34" charset="-120"/>
              </a:rPr>
              <a:t>apps/web</a:t>
            </a:r>
            <a:endParaRPr lang="en-US" sz="1300" dirty="0"/>
          </a:p>
        </p:txBody>
      </p:sp>
      <p:sp>
        <p:nvSpPr>
          <p:cNvPr id="6" name="Text 4"/>
          <p:cNvSpPr txBox="1"/>
          <p:nvPr/>
        </p:nvSpPr>
        <p:spPr>
          <a:xfrm>
            <a:off x="777240" y="2331720"/>
            <a:ext cx="2057400" cy="914400"/>
          </a:xfrm>
          <a:prstGeom prst="rect">
            <a:avLst/>
          </a:prstGeom>
          <a:noFill/>
          <a:ln/>
        </p:spPr>
        <p:txBody>
          <a:bodyPr wrap="square" lIns="0" tIns="0" rIns="0" bIns="0" rtlCol="0" anchor="t"/>
          <a:lstStyle/>
          <a:p>
            <a:pPr indent="0" marL="0">
              <a:buNone/>
            </a:pPr>
            <a:r>
              <a:rPr lang="en-US" sz="1400" dirty="0">
                <a:solidFill>
                  <a:srgbClr val="F4F2EC"/>
                </a:solidFill>
                <a:latin typeface="Calibri" pitchFamily="34" charset="0"/>
                <a:ea typeface="Calibri" pitchFamily="34" charset="-122"/>
                <a:cs typeface="Calibri" pitchFamily="34" charset="-120"/>
              </a:rPr>
              <a:t>POST /api/book/event</a:t>
            </a:r>
            <a:endParaRPr lang="en-US" sz="1400" dirty="0"/>
          </a:p>
          <a:p>
            <a:pPr indent="0" marL="0">
              <a:buNone/>
            </a:pPr>
            <a:r>
              <a:rPr lang="en-US" sz="1400" dirty="0">
                <a:solidFill>
                  <a:srgbClr val="F4F2EC"/>
                </a:solidFill>
                <a:latin typeface="Calibri" pitchFamily="34" charset="0"/>
                <a:ea typeface="Calibri" pitchFamily="34" charset="-122"/>
                <a:cs typeface="Calibri" pitchFamily="34" charset="-120"/>
              </a:rPr>
              <a:t>POST /api/cancel</a:t>
            </a:r>
            <a:endParaRPr lang="en-US" sz="1400" dirty="0"/>
          </a:p>
        </p:txBody>
      </p:sp>
      <p:sp>
        <p:nvSpPr>
          <p:cNvPr id="7" name="Shape 5"/>
          <p:cNvSpPr/>
          <p:nvPr/>
        </p:nvSpPr>
        <p:spPr>
          <a:xfrm>
            <a:off x="3008376" y="2560320"/>
            <a:ext cx="454152" cy="0"/>
          </a:xfrm>
          <a:prstGeom prst="line">
            <a:avLst/>
          </a:prstGeom>
          <a:noFill/>
          <a:ln w="25400">
            <a:solidFill>
              <a:srgbClr val="7A8592"/>
            </a:solidFill>
            <a:prstDash val="solid"/>
            <a:tailEnd type="triangle"/>
          </a:ln>
        </p:spPr>
      </p:sp>
      <p:sp>
        <p:nvSpPr>
          <p:cNvPr id="8" name="Shape 6"/>
          <p:cNvSpPr/>
          <p:nvPr/>
        </p:nvSpPr>
        <p:spPr>
          <a:xfrm>
            <a:off x="3499104" y="1737360"/>
            <a:ext cx="2331720" cy="1645920"/>
          </a:xfrm>
          <a:prstGeom prst="roundRect">
            <a:avLst>
              <a:gd name="adj" fmla="val 6667"/>
            </a:avLst>
          </a:prstGeom>
          <a:solidFill>
            <a:srgbClr val="FBFAF6"/>
          </a:solidFill>
          <a:ln w="12700">
            <a:solidFill>
              <a:srgbClr val="DAD6CC"/>
            </a:solidFill>
            <a:prstDash val="solid"/>
          </a:ln>
        </p:spPr>
      </p:sp>
      <p:sp>
        <p:nvSpPr>
          <p:cNvPr id="9" name="Text 7"/>
          <p:cNvSpPr txBox="1"/>
          <p:nvPr/>
        </p:nvSpPr>
        <p:spPr>
          <a:xfrm>
            <a:off x="3636264" y="1828800"/>
            <a:ext cx="2057400" cy="457200"/>
          </a:xfrm>
          <a:prstGeom prst="rect">
            <a:avLst/>
          </a:prstGeom>
          <a:noFill/>
          <a:ln/>
        </p:spPr>
        <p:txBody>
          <a:bodyPr wrap="square" lIns="0" tIns="0" rIns="0" bIns="0" rtlCol="0" anchor="t"/>
          <a:lstStyle/>
          <a:p>
            <a:pPr indent="0" marL="0">
              <a:buNone/>
            </a:pPr>
            <a:r>
              <a:rPr lang="en-US" sz="1300" b="1" dirty="0">
                <a:solidFill>
                  <a:srgbClr val="2558B8"/>
                </a:solidFill>
                <a:latin typeface="Consolas" pitchFamily="34" charset="0"/>
                <a:ea typeface="Consolas" pitchFamily="34" charset="-122"/>
                <a:cs typeface="Consolas" pitchFamily="34" charset="-120"/>
              </a:rPr>
              <a:t>RegularBookingService</a:t>
            </a:r>
            <a:endParaRPr lang="en-US" sz="1300" dirty="0"/>
          </a:p>
        </p:txBody>
      </p:sp>
      <p:sp>
        <p:nvSpPr>
          <p:cNvPr id="10" name="Text 8"/>
          <p:cNvSpPr txBox="1"/>
          <p:nvPr/>
        </p:nvSpPr>
        <p:spPr>
          <a:xfrm>
            <a:off x="3636264" y="2331720"/>
            <a:ext cx="2057400" cy="914400"/>
          </a:xfrm>
          <a:prstGeom prst="rect">
            <a:avLst/>
          </a:prstGeom>
          <a:noFill/>
          <a:ln/>
        </p:spPr>
        <p:txBody>
          <a:bodyPr wrap="square" lIns="0" tIns="0" rIns="0" bIns="0" rtlCol="0" anchor="t"/>
          <a:lstStyle/>
          <a:p>
            <a:pPr indent="0" marL="0">
              <a:buNone/>
            </a:pPr>
            <a:r>
              <a:rPr lang="en-US" sz="1400" dirty="0">
                <a:solidFill>
                  <a:srgbClr val="4A5866"/>
                </a:solidFill>
                <a:latin typeface="Calibri" pitchFamily="34" charset="0"/>
                <a:ea typeface="Calibri" pitchFamily="34" charset="-122"/>
                <a:cs typeface="Calibri" pitchFamily="34" charset="-120"/>
              </a:rPr>
              <a:t>Kiểm tra giới hạn, lịch trống, booking gốc</a:t>
            </a:r>
            <a:endParaRPr lang="en-US" sz="1400" dirty="0"/>
          </a:p>
        </p:txBody>
      </p:sp>
      <p:sp>
        <p:nvSpPr>
          <p:cNvPr id="11" name="Shape 9"/>
          <p:cNvSpPr/>
          <p:nvPr/>
        </p:nvSpPr>
        <p:spPr>
          <a:xfrm>
            <a:off x="5867400" y="2560320"/>
            <a:ext cx="454152" cy="0"/>
          </a:xfrm>
          <a:prstGeom prst="line">
            <a:avLst/>
          </a:prstGeom>
          <a:noFill/>
          <a:ln w="25400">
            <a:solidFill>
              <a:srgbClr val="7A8592"/>
            </a:solidFill>
            <a:prstDash val="solid"/>
            <a:tailEnd type="triangle"/>
          </a:ln>
        </p:spPr>
      </p:sp>
      <p:sp>
        <p:nvSpPr>
          <p:cNvPr id="12" name="Shape 10"/>
          <p:cNvSpPr/>
          <p:nvPr/>
        </p:nvSpPr>
        <p:spPr>
          <a:xfrm>
            <a:off x="6358128" y="1737360"/>
            <a:ext cx="2331720" cy="1645920"/>
          </a:xfrm>
          <a:prstGeom prst="roundRect">
            <a:avLst>
              <a:gd name="adj" fmla="val 6667"/>
            </a:avLst>
          </a:prstGeom>
          <a:solidFill>
            <a:srgbClr val="FBFAF6"/>
          </a:solidFill>
          <a:ln w="12700">
            <a:solidFill>
              <a:srgbClr val="DAD6CC"/>
            </a:solidFill>
            <a:prstDash val="solid"/>
          </a:ln>
        </p:spPr>
      </p:sp>
      <p:sp>
        <p:nvSpPr>
          <p:cNvPr id="13" name="Text 11"/>
          <p:cNvSpPr txBox="1"/>
          <p:nvPr/>
        </p:nvSpPr>
        <p:spPr>
          <a:xfrm>
            <a:off x="6495288" y="1828800"/>
            <a:ext cx="2057400" cy="457200"/>
          </a:xfrm>
          <a:prstGeom prst="rect">
            <a:avLst/>
          </a:prstGeom>
          <a:noFill/>
          <a:ln/>
        </p:spPr>
        <p:txBody>
          <a:bodyPr wrap="square" lIns="0" tIns="0" rIns="0" bIns="0" rtlCol="0" anchor="t"/>
          <a:lstStyle/>
          <a:p>
            <a:pPr indent="0" marL="0">
              <a:buNone/>
            </a:pPr>
            <a:r>
              <a:rPr lang="en-US" sz="1300" b="1" dirty="0">
                <a:solidFill>
                  <a:srgbClr val="2558B8"/>
                </a:solidFill>
                <a:latin typeface="Consolas" pitchFamily="34" charset="0"/>
                <a:ea typeface="Consolas" pitchFamily="34" charset="-122"/>
                <a:cs typeface="Consolas" pitchFamily="34" charset="-120"/>
              </a:rPr>
              <a:t>createBooking / handleSeats</a:t>
            </a:r>
            <a:endParaRPr lang="en-US" sz="1300" dirty="0"/>
          </a:p>
        </p:txBody>
      </p:sp>
      <p:sp>
        <p:nvSpPr>
          <p:cNvPr id="14" name="Text 12"/>
          <p:cNvSpPr txBox="1"/>
          <p:nvPr/>
        </p:nvSpPr>
        <p:spPr>
          <a:xfrm>
            <a:off x="6495288" y="2331720"/>
            <a:ext cx="2057400" cy="914400"/>
          </a:xfrm>
          <a:prstGeom prst="rect">
            <a:avLst/>
          </a:prstGeom>
          <a:noFill/>
          <a:ln/>
        </p:spPr>
        <p:txBody>
          <a:bodyPr wrap="square" lIns="0" tIns="0" rIns="0" bIns="0" rtlCol="0" anchor="t"/>
          <a:lstStyle/>
          <a:p>
            <a:pPr indent="0" marL="0">
              <a:buNone/>
            </a:pPr>
            <a:r>
              <a:rPr lang="en-US" sz="1400" dirty="0">
                <a:solidFill>
                  <a:srgbClr val="4A5866"/>
                </a:solidFill>
                <a:latin typeface="Calibri" pitchFamily="34" charset="0"/>
                <a:ea typeface="Calibri" pitchFamily="34" charset="-122"/>
                <a:cs typeface="Calibri" pitchFamily="34" charset="-120"/>
              </a:rPr>
              <a:t>Ghi Booking, Attendee, BookingSeat</a:t>
            </a:r>
            <a:endParaRPr lang="en-US" sz="1400" dirty="0"/>
          </a:p>
        </p:txBody>
      </p:sp>
      <p:sp>
        <p:nvSpPr>
          <p:cNvPr id="15" name="Shape 13"/>
          <p:cNvSpPr/>
          <p:nvPr/>
        </p:nvSpPr>
        <p:spPr>
          <a:xfrm>
            <a:off x="8726424" y="2560320"/>
            <a:ext cx="454152" cy="0"/>
          </a:xfrm>
          <a:prstGeom prst="line">
            <a:avLst/>
          </a:prstGeom>
          <a:noFill/>
          <a:ln w="25400">
            <a:solidFill>
              <a:srgbClr val="7A8592"/>
            </a:solidFill>
            <a:prstDash val="solid"/>
            <a:tailEnd type="triangle"/>
          </a:ln>
        </p:spPr>
      </p:sp>
      <p:sp>
        <p:nvSpPr>
          <p:cNvPr id="16" name="Shape 14"/>
          <p:cNvSpPr/>
          <p:nvPr/>
        </p:nvSpPr>
        <p:spPr>
          <a:xfrm>
            <a:off x="9217152" y="1737360"/>
            <a:ext cx="2331720" cy="1645920"/>
          </a:xfrm>
          <a:prstGeom prst="roundRect">
            <a:avLst>
              <a:gd name="adj" fmla="val 6667"/>
            </a:avLst>
          </a:prstGeom>
          <a:solidFill>
            <a:srgbClr val="12202B"/>
          </a:solidFill>
          <a:ln w="12700">
            <a:solidFill>
              <a:srgbClr val="12202B"/>
            </a:solidFill>
            <a:prstDash val="solid"/>
          </a:ln>
        </p:spPr>
      </p:sp>
      <p:sp>
        <p:nvSpPr>
          <p:cNvPr id="17" name="Text 15"/>
          <p:cNvSpPr txBox="1"/>
          <p:nvPr/>
        </p:nvSpPr>
        <p:spPr>
          <a:xfrm>
            <a:off x="9354312" y="1828800"/>
            <a:ext cx="2057400" cy="457200"/>
          </a:xfrm>
          <a:prstGeom prst="rect">
            <a:avLst/>
          </a:prstGeom>
          <a:noFill/>
          <a:ln/>
        </p:spPr>
        <p:txBody>
          <a:bodyPr wrap="square" lIns="0" tIns="0" rIns="0" bIns="0" rtlCol="0" anchor="t"/>
          <a:lstStyle/>
          <a:p>
            <a:pPr indent="0" marL="0">
              <a:buNone/>
            </a:pPr>
            <a:r>
              <a:rPr lang="en-US" sz="1300" b="1" dirty="0">
                <a:solidFill>
                  <a:srgbClr val="E07B39"/>
                </a:solidFill>
                <a:latin typeface="Consolas" pitchFamily="34" charset="0"/>
                <a:ea typeface="Consolas" pitchFamily="34" charset="-122"/>
                <a:cs typeface="Consolas" pitchFamily="34" charset="-120"/>
              </a:rPr>
              <a:t>PostgreSQL</a:t>
            </a:r>
            <a:endParaRPr lang="en-US" sz="1300" dirty="0"/>
          </a:p>
        </p:txBody>
      </p:sp>
      <p:sp>
        <p:nvSpPr>
          <p:cNvPr id="18" name="Text 16"/>
          <p:cNvSpPr txBox="1"/>
          <p:nvPr/>
        </p:nvSpPr>
        <p:spPr>
          <a:xfrm>
            <a:off x="9354312" y="2331720"/>
            <a:ext cx="2057400" cy="914400"/>
          </a:xfrm>
          <a:prstGeom prst="rect">
            <a:avLst/>
          </a:prstGeom>
          <a:noFill/>
          <a:ln/>
        </p:spPr>
        <p:txBody>
          <a:bodyPr wrap="square" lIns="0" tIns="0" rIns="0" bIns="0" rtlCol="0" anchor="t"/>
          <a:lstStyle/>
          <a:p>
            <a:pPr indent="0" marL="0">
              <a:buNone/>
            </a:pPr>
            <a:r>
              <a:rPr lang="en-US" sz="1400" dirty="0">
                <a:solidFill>
                  <a:srgbClr val="F4F2EC"/>
                </a:solidFill>
                <a:latin typeface="Calibri" pitchFamily="34" charset="0"/>
                <a:ea typeface="Calibri" pitchFamily="34" charset="-122"/>
                <a:cs typeface="Calibri" pitchFamily="34" charset="-120"/>
              </a:rPr>
              <a:t>UNIQUE(uid)</a:t>
            </a:r>
            <a:endParaRPr lang="en-US" sz="1400" dirty="0"/>
          </a:p>
          <a:p>
            <a:pPr indent="0" marL="0">
              <a:buNone/>
            </a:pPr>
            <a:r>
              <a:rPr lang="en-US" sz="1400" dirty="0">
                <a:solidFill>
                  <a:srgbClr val="F4F2EC"/>
                </a:solidFill>
                <a:latin typeface="Calibri" pitchFamily="34" charset="0"/>
                <a:ea typeface="Calibri" pitchFamily="34" charset="-122"/>
                <a:cs typeface="Calibri" pitchFamily="34" charset="-120"/>
              </a:rPr>
              <a:t>UNIQUE(idempotencyKey)</a:t>
            </a:r>
            <a:endParaRPr lang="en-US" sz="1400" dirty="0"/>
          </a:p>
        </p:txBody>
      </p:sp>
      <p:sp>
        <p:nvSpPr>
          <p:cNvPr id="19" name="Text 17"/>
          <p:cNvSpPr txBox="1"/>
          <p:nvPr/>
        </p:nvSpPr>
        <p:spPr>
          <a:xfrm>
            <a:off x="640080" y="3749040"/>
            <a:ext cx="10908792" cy="365760"/>
          </a:xfrm>
          <a:prstGeom prst="rect">
            <a:avLst/>
          </a:prstGeom>
          <a:noFill/>
          <a:ln/>
        </p:spPr>
        <p:txBody>
          <a:bodyPr wrap="square" lIns="0" tIns="0" rIns="0" bIns="0" rtlCol="0" anchor="ctr"/>
          <a:lstStyle/>
          <a:p>
            <a:pPr indent="0" marL="0">
              <a:buNone/>
            </a:pPr>
            <a:r>
              <a:rPr lang="en-US" sz="2000" b="1" dirty="0">
                <a:solidFill>
                  <a:srgbClr val="12202B"/>
                </a:solidFill>
                <a:latin typeface="Calibri" pitchFamily="34" charset="0"/>
                <a:ea typeface="Calibri" pitchFamily="34" charset="-122"/>
                <a:cs typeface="Calibri" pitchFamily="34" charset="-120"/>
              </a:rPr>
              <a:t>Điểm cần chú ý cho kiểm thử race</a:t>
            </a:r>
            <a:endParaRPr lang="en-US" sz="2000" dirty="0"/>
          </a:p>
        </p:txBody>
      </p:sp>
      <p:sp>
        <p:nvSpPr>
          <p:cNvPr id="20" name="Text 18"/>
          <p:cNvSpPr txBox="1"/>
          <p:nvPr/>
        </p:nvSpPr>
        <p:spPr>
          <a:xfrm>
            <a:off x="640080" y="4206240"/>
            <a:ext cx="10908792" cy="1737360"/>
          </a:xfrm>
          <a:prstGeom prst="rect">
            <a:avLst/>
          </a:prstGeom>
          <a:noFill/>
          <a:ln/>
        </p:spPr>
        <p:txBody>
          <a:bodyPr wrap="square" lIns="0" tIns="0" rIns="0" bIns="0" rtlCol="0" anchor="t"/>
          <a:lstStyle/>
          <a:p>
            <a:pPr marL="342900" indent="-342900">
              <a:spcAft>
                <a:spcPts val="600"/>
              </a:spcAft>
              <a:buSzPct val="100000"/>
              <a:buChar char="•"/>
            </a:pPr>
            <a:r>
              <a:rPr lang="en-US" sz="1600" dirty="0">
                <a:solidFill>
                  <a:srgbClr val="4A5866"/>
                </a:solidFill>
                <a:latin typeface="Calibri" pitchFamily="34" charset="0"/>
                <a:ea typeface="Calibri" pitchFamily="34" charset="-122"/>
                <a:cs typeface="Calibri" pitchFamily="34" charset="-120"/>
              </a:rPr>
              <a:t>Các bước kiểm tra (giới hạn, lịch trống, trạng thái booking gốc) chỉ đọc rồi quyết định; không giữ khóa tới lúc ghi.</a:t>
            </a:r>
            <a:endParaRPr lang="en-US" sz="1600" dirty="0"/>
          </a:p>
          <a:p>
            <a:pPr marL="342900" indent="-342900">
              <a:spcAft>
                <a:spcPts val="600"/>
              </a:spcAft>
              <a:buSzPct val="100000"/>
              <a:buChar char="•"/>
            </a:pPr>
            <a:r>
              <a:rPr lang="en-US" sz="1600" dirty="0">
                <a:solidFill>
                  <a:srgbClr val="4A5866"/>
                </a:solidFill>
                <a:latin typeface="Calibri" pitchFamily="34" charset="0"/>
                <a:ea typeface="Calibri" pitchFamily="34" charset="-122"/>
                <a:cs typeface="Calibri" pitchFamily="34" charset="-120"/>
              </a:rPr>
              <a:t>Chỉ có hai ràng buộc ở CSDL: UNIQUE uid và UNIQUE idempotencyKey (tính từ start, end, host).</a:t>
            </a:r>
            <a:endParaRPr lang="en-US" sz="1600" dirty="0"/>
          </a:p>
          <a:p>
            <a:pPr marL="342900" indent="-342900">
              <a:buSzPct val="100000"/>
              <a:buChar char="•"/>
            </a:pPr>
            <a:r>
              <a:rPr lang="en-US" sz="1600" dirty="0">
                <a:solidFill>
                  <a:srgbClr val="4A5866"/>
                </a:solidFill>
                <a:latin typeface="Calibri" pitchFamily="34" charset="0"/>
                <a:ea typeface="Calibri" pitchFamily="34" charset="-122"/>
                <a:cs typeface="Calibri" pitchFamily="34" charset="-120"/>
              </a:rPr>
              <a:t>Event có ghế dùng SELECT … FOR UPDATE khi thêm ghế vào booking đã có.</a:t>
            </a:r>
            <a:endParaRPr lang="en-US" sz="1600" dirty="0"/>
          </a:p>
        </p:txBody>
      </p:sp>
      <p:sp>
        <p:nvSpPr>
          <p:cNvPr id="21" name="Text 19"/>
          <p:cNvSpPr txBox="1"/>
          <p:nvPr/>
        </p:nvSpPr>
        <p:spPr>
          <a:xfrm>
            <a:off x="640080" y="6355080"/>
            <a:ext cx="10332720" cy="274320"/>
          </a:xfrm>
          <a:prstGeom prst="rect">
            <a:avLst/>
          </a:prstGeom>
          <a:noFill/>
          <a:ln/>
        </p:spPr>
        <p:txBody>
          <a:bodyPr wrap="square" lIns="0" tIns="0" rIns="0" bIns="0" rtlCol="0" anchor="ctr"/>
          <a:lstStyle/>
          <a:p>
            <a:pPr indent="0" marL="0">
              <a:buNone/>
            </a:pPr>
            <a:r>
              <a:rPr lang="en-US" sz="1200" dirty="0">
                <a:solidFill>
                  <a:srgbClr val="7A8592"/>
                </a:solidFill>
                <a:latin typeface="Calibri" pitchFamily="34" charset="0"/>
                <a:ea typeface="Calibri" pitchFamily="34" charset="-122"/>
                <a:cs typeface="Calibri" pitchFamily="34" charset="-120"/>
              </a:rPr>
              <a:t>Sơ đồ container và luồng tuần tự đầy đủ: docs/diagrams/kien-truc.md</a:t>
            </a:r>
            <a:endParaRPr lang="en-US" sz="1200" dirty="0"/>
          </a:p>
        </p:txBody>
      </p:sp>
      <p:sp>
        <p:nvSpPr>
          <p:cNvPr id="25" name="Slide Number Placeholder 0"/>
          <p:cNvSpPr>
            <a:spLocks noGrp="1"/>
          </p:cNvSpPr>
          <p:nvPr>
            <p:ph type="sldNum" sz="quarter" idx="4294967295"/>
          </p:nvPr>
        </p:nvSpPr>
        <p:spPr>
          <a:xfrm>
            <a:off x="11155680" y="6355080"/>
            <a:ext cx="45720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7A8592"/>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640080" y="292608"/>
            <a:ext cx="10908792" cy="274320"/>
          </a:xfrm>
          <a:prstGeom prst="rect">
            <a:avLst/>
          </a:prstGeom>
          <a:noFill/>
          <a:ln/>
        </p:spPr>
        <p:txBody>
          <a:bodyPr wrap="square" lIns="0" tIns="0" rIns="0" bIns="0" rtlCol="0" anchor="ctr"/>
          <a:lstStyle/>
          <a:p>
            <a:pPr indent="0" marL="0">
              <a:buNone/>
            </a:pPr>
            <a:r>
              <a:rPr lang="en-US" sz="1300" b="1" spc="200" kern="0" dirty="0">
                <a:solidFill>
                  <a:srgbClr val="B4531A"/>
                </a:solidFill>
                <a:latin typeface="Consolas" pitchFamily="34" charset="0"/>
                <a:ea typeface="Consolas" pitchFamily="34" charset="-122"/>
                <a:cs typeface="Consolas" pitchFamily="34" charset="-120"/>
              </a:rPr>
              <a:t>04 · MÔI TRƯỜNG VÀ ON-BOARDING</a:t>
            </a:r>
            <a:endParaRPr lang="en-US" sz="1300" dirty="0"/>
          </a:p>
        </p:txBody>
      </p:sp>
      <p:sp>
        <p:nvSpPr>
          <p:cNvPr id="3" name="Text 0"/>
          <p:cNvSpPr/>
          <p:nvPr>
            <p:ph idx="100" type="title" hasCustomPrompt="1"/>
          </p:nvPr>
        </p:nvSpPr>
        <p:spPr>
          <a:xfrm>
            <a:off x="640080" y="640080"/>
            <a:ext cx="10908792" cy="868680"/>
          </a:xfrm>
          <a:prstGeom prst="rect">
            <a:avLst/>
          </a:prstGeom>
          <a:noFill/>
          <a:ln/>
        </p:spPr>
        <p:txBody>
          <a:bodyPr wrap="square" lIns="0" tIns="0" rIns="0" bIns="0" rtlCol="0" anchor="t"/>
          <a:lstStyle/>
          <a:p>
            <a:pPr indent="0" marL="0">
              <a:buNone/>
            </a:pPr>
            <a:r>
              <a:rPr lang="en-US" sz="3400" b="1" dirty="0">
                <a:solidFill>
                  <a:srgbClr val="12202B"/>
                </a:solidFill>
                <a:latin typeface="Calibri" pitchFamily="34" charset="0"/>
                <a:ea typeface="Calibri" pitchFamily="34" charset="-122"/>
                <a:cs typeface="Calibri" pitchFamily="34" charset="-120"/>
              </a:rPr>
              <a:t>Hệ thống chạy trên máy, 3 luồng nghiệp vụ đạt</a:t>
            </a:r>
            <a:endParaRPr lang="en-US" sz="34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640080" y="1783080"/>
          <a:ext cx="5225796" cy="914400"/>
        </p:xfrm>
        <a:graphic>
          <a:graphicData uri="http://schemas.openxmlformats.org/drawingml/2006/table">
            <a:tbl>
              <a:tblPr/>
              <a:tblGrid>
                <a:gridCol w="2011680"/>
                <a:gridCol w="3214116"/>
              </a:tblGrid>
              <a:tr h="457200">
                <a:tc>
                  <a:txBody>
                    <a:bodyPr/>
                    <a:lstStyle/>
                    <a:p>
                      <a:pPr indent="0" marL="0">
                        <a:buNone/>
                      </a:pPr>
                      <a:r>
                        <a:rPr lang="en-US" sz="1500" b="1" dirty="0">
                          <a:solidFill>
                            <a:srgbClr val="12202B"/>
                          </a:solidFill>
                          <a:latin typeface="Calibri" pitchFamily="34" charset="0"/>
                          <a:ea typeface="Calibri" pitchFamily="34" charset="-122"/>
                          <a:cs typeface="Calibri" pitchFamily="34" charset="-120"/>
                        </a:rPr>
                        <a:t>Thành phần</a:t>
                      </a:r>
                      <a:endParaRPr lang="en-US" sz="1500" dirty="0">
                        <a:latin typeface="Calibri" charset="0"/>
                        <a:ea typeface="Calibri" charset="0"/>
                        <a:cs typeface="Calibri" charset="0"/>
                      </a:endParaRPr>
                    </a:p>
                  </a:txBody>
                  <a:tcPr marL="91440" marR="91440" marT="36576" marB="36576" anchor="ctr">
                    <a:lnL w="9525" cap="flat" cmpd="sng" algn="ctr">
                      <a:solidFill>
                        <a:srgbClr val="DAD6CC"/>
                      </a:solidFill>
                      <a:prstDash val="solid"/>
                      <a:round/>
                      <a:headEnd type="none" w="med" len="med"/>
                      <a:tailEnd type="none" w="med" len="med"/>
                    </a:lnL>
                    <a:lnR w="9525" cap="flat" cmpd="sng" algn="ctr">
                      <a:solidFill>
                        <a:srgbClr val="DAD6CC"/>
                      </a:solidFill>
                      <a:prstDash val="solid"/>
                      <a:round/>
                      <a:headEnd type="none" w="med" len="med"/>
                      <a:tailEnd type="none" w="med" len="med"/>
                    </a:lnR>
                    <a:lnT w="9525" cap="flat" cmpd="sng" algn="ctr">
                      <a:solidFill>
                        <a:srgbClr val="DAD6CC"/>
                      </a:solidFill>
                      <a:prstDash val="solid"/>
                      <a:round/>
                      <a:headEnd type="none" w="med" len="med"/>
                      <a:tailEnd type="none" w="med" len="med"/>
                    </a:lnT>
                    <a:lnB w="9525" cap="flat" cmpd="sng" algn="ctr">
                      <a:solidFill>
                        <a:srgbClr val="DAD6CC"/>
                      </a:solidFill>
                      <a:prstDash val="solid"/>
                      <a:round/>
                      <a:headEnd type="none" w="med" len="med"/>
                      <a:tailEnd type="none" w="med" len="med"/>
                    </a:lnB>
                    <a:solidFill>
                      <a:srgbClr val="E6E2D6"/>
                    </a:solidFill>
                  </a:tcPr>
                </a:tc>
                <a:tc>
                  <a:txBody>
                    <a:bodyPr/>
                    <a:lstStyle/>
                    <a:p>
                      <a:pPr indent="0" marL="0">
                        <a:buNone/>
                      </a:pPr>
                      <a:r>
                        <a:rPr lang="en-US" sz="1500" b="1" dirty="0">
                          <a:solidFill>
                            <a:srgbClr val="12202B"/>
                          </a:solidFill>
                          <a:latin typeface="Calibri" pitchFamily="34" charset="0"/>
                          <a:ea typeface="Calibri" pitchFamily="34" charset="-122"/>
                          <a:cs typeface="Calibri" pitchFamily="34" charset="-120"/>
                        </a:rPr>
                        <a:t>Phiên bản</a:t>
                      </a:r>
                      <a:endParaRPr lang="en-US" sz="1500" dirty="0">
                        <a:latin typeface="Calibri" charset="0"/>
                        <a:ea typeface="Calibri" charset="0"/>
                        <a:cs typeface="Calibri" charset="0"/>
                      </a:endParaRPr>
                    </a:p>
                  </a:txBody>
                  <a:tcPr marL="91440" marR="91440" marT="36576" marB="36576" anchor="ctr">
                    <a:lnL w="9525" cap="flat" cmpd="sng" algn="ctr">
                      <a:solidFill>
                        <a:srgbClr val="DAD6CC"/>
                      </a:solidFill>
                      <a:prstDash val="solid"/>
                      <a:round/>
                      <a:headEnd type="none" w="med" len="med"/>
                      <a:tailEnd type="none" w="med" len="med"/>
                    </a:lnL>
                    <a:lnR w="9525" cap="flat" cmpd="sng" algn="ctr">
                      <a:solidFill>
                        <a:srgbClr val="DAD6CC"/>
                      </a:solidFill>
                      <a:prstDash val="solid"/>
                      <a:round/>
                      <a:headEnd type="none" w="med" len="med"/>
                      <a:tailEnd type="none" w="med" len="med"/>
                    </a:lnR>
                    <a:lnT w="9525" cap="flat" cmpd="sng" algn="ctr">
                      <a:solidFill>
                        <a:srgbClr val="DAD6CC"/>
                      </a:solidFill>
                      <a:prstDash val="solid"/>
                      <a:round/>
                      <a:headEnd type="none" w="med" len="med"/>
                      <a:tailEnd type="none" w="med" len="med"/>
                    </a:lnT>
                    <a:lnB w="9525" cap="flat" cmpd="sng" algn="ctr">
                      <a:solidFill>
                        <a:srgbClr val="DAD6CC"/>
                      </a:solidFill>
                      <a:prstDash val="solid"/>
                      <a:round/>
                      <a:headEnd type="none" w="med" len="med"/>
                      <a:tailEnd type="none" w="med" len="med"/>
                    </a:lnB>
                    <a:solidFill>
                      <a:srgbClr val="E6E2D6"/>
                    </a:solidFill>
                  </a:tcPr>
                </a:tc>
              </a:tr>
              <a:tr h="457200">
                <a:tc>
                  <a:txBody>
                    <a:bodyPr/>
                    <a:lstStyle/>
                    <a:p>
                      <a:pPr indent="0" marL="0">
                        <a:buNone/>
                      </a:pPr>
                      <a:r>
                        <a:rPr lang="en-US" sz="1500" dirty="0">
                          <a:solidFill>
                            <a:srgbClr val="12202B"/>
                          </a:solidFill>
                          <a:latin typeface="Calibri" pitchFamily="34" charset="0"/>
                          <a:ea typeface="Calibri" pitchFamily="34" charset="-122"/>
                          <a:cs typeface="Calibri" pitchFamily="34" charset="-120"/>
                        </a:rPr>
                        <a:t>Cal.com</a:t>
                      </a:r>
                      <a:endParaRPr lang="en-US" sz="1500" dirty="0">
                        <a:latin typeface="Calibri" charset="0"/>
                        <a:ea typeface="Calibri" charset="0"/>
                        <a:cs typeface="Calibri" charset="0"/>
                      </a:endParaRPr>
                    </a:p>
                  </a:txBody>
                  <a:tcPr marL="91440" marR="91440" marT="36576" marB="36576" anchor="ctr">
                    <a:lnL w="9525" cap="flat" cmpd="sng" algn="ctr">
                      <a:solidFill>
                        <a:srgbClr val="DAD6CC"/>
                      </a:solidFill>
                      <a:prstDash val="solid"/>
                      <a:round/>
                      <a:headEnd type="none" w="med" len="med"/>
                      <a:tailEnd type="none" w="med" len="med"/>
                    </a:lnL>
                    <a:lnR w="9525" cap="flat" cmpd="sng" algn="ctr">
                      <a:solidFill>
                        <a:srgbClr val="DAD6CC"/>
                      </a:solidFill>
                      <a:prstDash val="solid"/>
                      <a:round/>
                      <a:headEnd type="none" w="med" len="med"/>
                      <a:tailEnd type="none" w="med" len="med"/>
                    </a:lnR>
                    <a:lnT w="9525" cap="flat" cmpd="sng" algn="ctr">
                      <a:solidFill>
                        <a:srgbClr val="DAD6CC"/>
                      </a:solidFill>
                      <a:prstDash val="solid"/>
                      <a:round/>
                      <a:headEnd type="none" w="med" len="med"/>
                      <a:tailEnd type="none" w="med" len="med"/>
                    </a:lnT>
                    <a:lnB w="9525" cap="flat" cmpd="sng" algn="ctr">
                      <a:solidFill>
                        <a:srgbClr val="DAD6CC"/>
                      </a:solidFill>
                      <a:prstDash val="solid"/>
                      <a:round/>
                      <a:headEnd type="none" w="med" len="med"/>
                      <a:tailEnd type="none" w="med" len="med"/>
                    </a:lnB>
                    <a:solidFill>
                      <a:srgbClr val="FFFFFF"/>
                    </a:solidFill>
                  </a:tcPr>
                </a:tc>
                <a:tc>
                  <a:txBody>
                    <a:bodyPr/>
                    <a:lstStyle/>
                    <a:p>
                      <a:pPr indent="0" marL="0">
                        <a:buNone/>
                      </a:pPr>
                      <a:r>
                        <a:rPr lang="en-US" sz="1500" dirty="0">
                          <a:solidFill>
                            <a:srgbClr val="12202B"/>
                          </a:solidFill>
                          <a:latin typeface="Calibri" pitchFamily="34" charset="0"/>
                          <a:ea typeface="Calibri" pitchFamily="34" charset="-122"/>
                          <a:cs typeface="Calibri" pitchFamily="34" charset="-120"/>
                        </a:rPr>
                        <a:t>v6.2.0 · 1c193cca</a:t>
                      </a:r>
                      <a:endParaRPr lang="en-US" sz="1500" dirty="0">
                        <a:latin typeface="Calibri" charset="0"/>
                        <a:ea typeface="Calibri" charset="0"/>
                        <a:cs typeface="Calibri" charset="0"/>
                      </a:endParaRPr>
                    </a:p>
                  </a:txBody>
                  <a:tcPr marL="91440" marR="91440" marT="36576" marB="36576" anchor="ctr">
                    <a:lnL w="9525" cap="flat" cmpd="sng" algn="ctr">
                      <a:solidFill>
                        <a:srgbClr val="DAD6CC"/>
                      </a:solidFill>
                      <a:prstDash val="solid"/>
                      <a:round/>
                      <a:headEnd type="none" w="med" len="med"/>
                      <a:tailEnd type="none" w="med" len="med"/>
                    </a:lnL>
                    <a:lnR w="9525" cap="flat" cmpd="sng" algn="ctr">
                      <a:solidFill>
                        <a:srgbClr val="DAD6CC"/>
                      </a:solidFill>
                      <a:prstDash val="solid"/>
                      <a:round/>
                      <a:headEnd type="none" w="med" len="med"/>
                      <a:tailEnd type="none" w="med" len="med"/>
                    </a:lnR>
                    <a:lnT w="9525" cap="flat" cmpd="sng" algn="ctr">
                      <a:solidFill>
                        <a:srgbClr val="DAD6CC"/>
                      </a:solidFill>
                      <a:prstDash val="solid"/>
                      <a:round/>
                      <a:headEnd type="none" w="med" len="med"/>
                      <a:tailEnd type="none" w="med" len="med"/>
                    </a:lnT>
                    <a:lnB w="9525" cap="flat" cmpd="sng" algn="ctr">
                      <a:solidFill>
                        <a:srgbClr val="DAD6CC"/>
                      </a:solidFill>
                      <a:prstDash val="solid"/>
                      <a:round/>
                      <a:headEnd type="none" w="med" len="med"/>
                      <a:tailEnd type="none" w="med" len="med"/>
                    </a:lnB>
                    <a:solidFill>
                      <a:srgbClr val="FFFFFF"/>
                    </a:solidFill>
                  </a:tcPr>
                </a:tc>
              </a:tr>
              <a:tr h="457200">
                <a:tc>
                  <a:txBody>
                    <a:bodyPr/>
                    <a:lstStyle/>
                    <a:p>
                      <a:pPr indent="0" marL="0">
                        <a:buNone/>
                      </a:pPr>
                      <a:r>
                        <a:rPr lang="en-US" sz="1500" dirty="0">
                          <a:solidFill>
                            <a:srgbClr val="12202B"/>
                          </a:solidFill>
                          <a:latin typeface="Calibri" pitchFamily="34" charset="0"/>
                          <a:ea typeface="Calibri" pitchFamily="34" charset="-122"/>
                          <a:cs typeface="Calibri" pitchFamily="34" charset="-120"/>
                        </a:rPr>
                        <a:t>Node / Yarn</a:t>
                      </a:r>
                      <a:endParaRPr lang="en-US" sz="1500" dirty="0">
                        <a:latin typeface="Calibri" charset="0"/>
                        <a:ea typeface="Calibri" charset="0"/>
                        <a:cs typeface="Calibri" charset="0"/>
                      </a:endParaRPr>
                    </a:p>
                  </a:txBody>
                  <a:tcPr marL="91440" marR="91440" marT="36576" marB="36576" anchor="ctr">
                    <a:lnL w="9525" cap="flat" cmpd="sng" algn="ctr">
                      <a:solidFill>
                        <a:srgbClr val="DAD6CC"/>
                      </a:solidFill>
                      <a:prstDash val="solid"/>
                      <a:round/>
                      <a:headEnd type="none" w="med" len="med"/>
                      <a:tailEnd type="none" w="med" len="med"/>
                    </a:lnL>
                    <a:lnR w="9525" cap="flat" cmpd="sng" algn="ctr">
                      <a:solidFill>
                        <a:srgbClr val="DAD6CC"/>
                      </a:solidFill>
                      <a:prstDash val="solid"/>
                      <a:round/>
                      <a:headEnd type="none" w="med" len="med"/>
                      <a:tailEnd type="none" w="med" len="med"/>
                    </a:lnR>
                    <a:lnT w="9525" cap="flat" cmpd="sng" algn="ctr">
                      <a:solidFill>
                        <a:srgbClr val="DAD6CC"/>
                      </a:solidFill>
                      <a:prstDash val="solid"/>
                      <a:round/>
                      <a:headEnd type="none" w="med" len="med"/>
                      <a:tailEnd type="none" w="med" len="med"/>
                    </a:lnT>
                    <a:lnB w="9525" cap="flat" cmpd="sng" algn="ctr">
                      <a:solidFill>
                        <a:srgbClr val="DAD6CC"/>
                      </a:solidFill>
                      <a:prstDash val="solid"/>
                      <a:round/>
                      <a:headEnd type="none" w="med" len="med"/>
                      <a:tailEnd type="none" w="med" len="med"/>
                    </a:lnB>
                    <a:solidFill>
                      <a:srgbClr val="FFFFFF"/>
                    </a:solidFill>
                  </a:tcPr>
                </a:tc>
                <a:tc>
                  <a:txBody>
                    <a:bodyPr/>
                    <a:lstStyle/>
                    <a:p>
                      <a:pPr indent="0" marL="0">
                        <a:buNone/>
                      </a:pPr>
                      <a:r>
                        <a:rPr lang="en-US" sz="1500" dirty="0">
                          <a:solidFill>
                            <a:srgbClr val="12202B"/>
                          </a:solidFill>
                          <a:latin typeface="Calibri" pitchFamily="34" charset="0"/>
                          <a:ea typeface="Calibri" pitchFamily="34" charset="-122"/>
                          <a:cs typeface="Calibri" pitchFamily="34" charset="-120"/>
                        </a:rPr>
                        <a:t>22.23 / 4.12.0</a:t>
                      </a:r>
                      <a:endParaRPr lang="en-US" sz="1500" dirty="0">
                        <a:latin typeface="Calibri" charset="0"/>
                        <a:ea typeface="Calibri" charset="0"/>
                        <a:cs typeface="Calibri" charset="0"/>
                      </a:endParaRPr>
                    </a:p>
                  </a:txBody>
                  <a:tcPr marL="91440" marR="91440" marT="36576" marB="36576" anchor="ctr">
                    <a:lnL w="9525" cap="flat" cmpd="sng" algn="ctr">
                      <a:solidFill>
                        <a:srgbClr val="DAD6CC"/>
                      </a:solidFill>
                      <a:prstDash val="solid"/>
                      <a:round/>
                      <a:headEnd type="none" w="med" len="med"/>
                      <a:tailEnd type="none" w="med" len="med"/>
                    </a:lnL>
                    <a:lnR w="9525" cap="flat" cmpd="sng" algn="ctr">
                      <a:solidFill>
                        <a:srgbClr val="DAD6CC"/>
                      </a:solidFill>
                      <a:prstDash val="solid"/>
                      <a:round/>
                      <a:headEnd type="none" w="med" len="med"/>
                      <a:tailEnd type="none" w="med" len="med"/>
                    </a:lnR>
                    <a:lnT w="9525" cap="flat" cmpd="sng" algn="ctr">
                      <a:solidFill>
                        <a:srgbClr val="DAD6CC"/>
                      </a:solidFill>
                      <a:prstDash val="solid"/>
                      <a:round/>
                      <a:headEnd type="none" w="med" len="med"/>
                      <a:tailEnd type="none" w="med" len="med"/>
                    </a:lnT>
                    <a:lnB w="9525" cap="flat" cmpd="sng" algn="ctr">
                      <a:solidFill>
                        <a:srgbClr val="DAD6CC"/>
                      </a:solidFill>
                      <a:prstDash val="solid"/>
                      <a:round/>
                      <a:headEnd type="none" w="med" len="med"/>
                      <a:tailEnd type="none" w="med" len="med"/>
                    </a:lnB>
                    <a:solidFill>
                      <a:srgbClr val="FFFFFF"/>
                    </a:solidFill>
                  </a:tcPr>
                </a:tc>
              </a:tr>
              <a:tr h="457200">
                <a:tc>
                  <a:txBody>
                    <a:bodyPr/>
                    <a:lstStyle/>
                    <a:p>
                      <a:pPr indent="0" marL="0">
                        <a:buNone/>
                      </a:pPr>
                      <a:r>
                        <a:rPr lang="en-US" sz="1500" dirty="0">
                          <a:solidFill>
                            <a:srgbClr val="12202B"/>
                          </a:solidFill>
                          <a:latin typeface="Calibri" pitchFamily="34" charset="0"/>
                          <a:ea typeface="Calibri" pitchFamily="34" charset="-122"/>
                          <a:cs typeface="Calibri" pitchFamily="34" charset="-120"/>
                        </a:rPr>
                        <a:t>PostgreSQL</a:t>
                      </a:r>
                      <a:endParaRPr lang="en-US" sz="1500" dirty="0">
                        <a:latin typeface="Calibri" charset="0"/>
                        <a:ea typeface="Calibri" charset="0"/>
                        <a:cs typeface="Calibri" charset="0"/>
                      </a:endParaRPr>
                    </a:p>
                  </a:txBody>
                  <a:tcPr marL="91440" marR="91440" marT="36576" marB="36576" anchor="ctr">
                    <a:lnL w="9525" cap="flat" cmpd="sng" algn="ctr">
                      <a:solidFill>
                        <a:srgbClr val="DAD6CC"/>
                      </a:solidFill>
                      <a:prstDash val="solid"/>
                      <a:round/>
                      <a:headEnd type="none" w="med" len="med"/>
                      <a:tailEnd type="none" w="med" len="med"/>
                    </a:lnL>
                    <a:lnR w="9525" cap="flat" cmpd="sng" algn="ctr">
                      <a:solidFill>
                        <a:srgbClr val="DAD6CC"/>
                      </a:solidFill>
                      <a:prstDash val="solid"/>
                      <a:round/>
                      <a:headEnd type="none" w="med" len="med"/>
                      <a:tailEnd type="none" w="med" len="med"/>
                    </a:lnR>
                    <a:lnT w="9525" cap="flat" cmpd="sng" algn="ctr">
                      <a:solidFill>
                        <a:srgbClr val="DAD6CC"/>
                      </a:solidFill>
                      <a:prstDash val="solid"/>
                      <a:round/>
                      <a:headEnd type="none" w="med" len="med"/>
                      <a:tailEnd type="none" w="med" len="med"/>
                    </a:lnT>
                    <a:lnB w="9525" cap="flat" cmpd="sng" algn="ctr">
                      <a:solidFill>
                        <a:srgbClr val="DAD6CC"/>
                      </a:solidFill>
                      <a:prstDash val="solid"/>
                      <a:round/>
                      <a:headEnd type="none" w="med" len="med"/>
                      <a:tailEnd type="none" w="med" len="med"/>
                    </a:lnB>
                    <a:solidFill>
                      <a:srgbClr val="FFFFFF"/>
                    </a:solidFill>
                  </a:tcPr>
                </a:tc>
                <a:tc>
                  <a:txBody>
                    <a:bodyPr/>
                    <a:lstStyle/>
                    <a:p>
                      <a:pPr indent="0" marL="0">
                        <a:buNone/>
                      </a:pPr>
                      <a:r>
                        <a:rPr lang="en-US" sz="1500" dirty="0">
                          <a:solidFill>
                            <a:srgbClr val="12202B"/>
                          </a:solidFill>
                          <a:latin typeface="Calibri" pitchFamily="34" charset="0"/>
                          <a:ea typeface="Calibri" pitchFamily="34" charset="-122"/>
                          <a:cs typeface="Calibri" pitchFamily="34" charset="-120"/>
                        </a:rPr>
                        <a:t>16 (300 kết nối)</a:t>
                      </a:r>
                      <a:endParaRPr lang="en-US" sz="1500" dirty="0">
                        <a:latin typeface="Calibri" charset="0"/>
                        <a:ea typeface="Calibri" charset="0"/>
                        <a:cs typeface="Calibri" charset="0"/>
                      </a:endParaRPr>
                    </a:p>
                  </a:txBody>
                  <a:tcPr marL="91440" marR="91440" marT="36576" marB="36576" anchor="ctr">
                    <a:lnL w="9525" cap="flat" cmpd="sng" algn="ctr">
                      <a:solidFill>
                        <a:srgbClr val="DAD6CC"/>
                      </a:solidFill>
                      <a:prstDash val="solid"/>
                      <a:round/>
                      <a:headEnd type="none" w="med" len="med"/>
                      <a:tailEnd type="none" w="med" len="med"/>
                    </a:lnL>
                    <a:lnR w="9525" cap="flat" cmpd="sng" algn="ctr">
                      <a:solidFill>
                        <a:srgbClr val="DAD6CC"/>
                      </a:solidFill>
                      <a:prstDash val="solid"/>
                      <a:round/>
                      <a:headEnd type="none" w="med" len="med"/>
                      <a:tailEnd type="none" w="med" len="med"/>
                    </a:lnR>
                    <a:lnT w="9525" cap="flat" cmpd="sng" algn="ctr">
                      <a:solidFill>
                        <a:srgbClr val="DAD6CC"/>
                      </a:solidFill>
                      <a:prstDash val="solid"/>
                      <a:round/>
                      <a:headEnd type="none" w="med" len="med"/>
                      <a:tailEnd type="none" w="med" len="med"/>
                    </a:lnT>
                    <a:lnB w="9525" cap="flat" cmpd="sng" algn="ctr">
                      <a:solidFill>
                        <a:srgbClr val="DAD6CC"/>
                      </a:solidFill>
                      <a:prstDash val="solid"/>
                      <a:round/>
                      <a:headEnd type="none" w="med" len="med"/>
                      <a:tailEnd type="none" w="med" len="med"/>
                    </a:lnB>
                    <a:solidFill>
                      <a:srgbClr val="FFFFFF"/>
                    </a:solidFill>
                  </a:tcPr>
                </a:tc>
              </a:tr>
              <a:tr h="457200">
                <a:tc>
                  <a:txBody>
                    <a:bodyPr/>
                    <a:lstStyle/>
                    <a:p>
                      <a:pPr indent="0" marL="0">
                        <a:buNone/>
                      </a:pPr>
                      <a:r>
                        <a:rPr lang="en-US" sz="1500" dirty="0">
                          <a:solidFill>
                            <a:srgbClr val="12202B"/>
                          </a:solidFill>
                          <a:latin typeface="Calibri" pitchFamily="34" charset="0"/>
                          <a:ea typeface="Calibri" pitchFamily="34" charset="-122"/>
                          <a:cs typeface="Calibri" pitchFamily="34" charset="-120"/>
                        </a:rPr>
                        <a:t>k6</a:t>
                      </a:r>
                      <a:endParaRPr lang="en-US" sz="1500" dirty="0">
                        <a:latin typeface="Calibri" charset="0"/>
                        <a:ea typeface="Calibri" charset="0"/>
                        <a:cs typeface="Calibri" charset="0"/>
                      </a:endParaRPr>
                    </a:p>
                  </a:txBody>
                  <a:tcPr marL="91440" marR="91440" marT="36576" marB="36576" anchor="ctr">
                    <a:lnL w="9525" cap="flat" cmpd="sng" algn="ctr">
                      <a:solidFill>
                        <a:srgbClr val="DAD6CC"/>
                      </a:solidFill>
                      <a:prstDash val="solid"/>
                      <a:round/>
                      <a:headEnd type="none" w="med" len="med"/>
                      <a:tailEnd type="none" w="med" len="med"/>
                    </a:lnL>
                    <a:lnR w="9525" cap="flat" cmpd="sng" algn="ctr">
                      <a:solidFill>
                        <a:srgbClr val="DAD6CC"/>
                      </a:solidFill>
                      <a:prstDash val="solid"/>
                      <a:round/>
                      <a:headEnd type="none" w="med" len="med"/>
                      <a:tailEnd type="none" w="med" len="med"/>
                    </a:lnR>
                    <a:lnT w="9525" cap="flat" cmpd="sng" algn="ctr">
                      <a:solidFill>
                        <a:srgbClr val="DAD6CC"/>
                      </a:solidFill>
                      <a:prstDash val="solid"/>
                      <a:round/>
                      <a:headEnd type="none" w="med" len="med"/>
                      <a:tailEnd type="none" w="med" len="med"/>
                    </a:lnT>
                    <a:lnB w="9525" cap="flat" cmpd="sng" algn="ctr">
                      <a:solidFill>
                        <a:srgbClr val="DAD6CC"/>
                      </a:solidFill>
                      <a:prstDash val="solid"/>
                      <a:round/>
                      <a:headEnd type="none" w="med" len="med"/>
                      <a:tailEnd type="none" w="med" len="med"/>
                    </a:lnB>
                    <a:solidFill>
                      <a:srgbClr val="FFFFFF"/>
                    </a:solidFill>
                  </a:tcPr>
                </a:tc>
                <a:tc>
                  <a:txBody>
                    <a:bodyPr/>
                    <a:lstStyle/>
                    <a:p>
                      <a:pPr indent="0" marL="0">
                        <a:buNone/>
                      </a:pPr>
                      <a:r>
                        <a:rPr lang="en-US" sz="1500" dirty="0">
                          <a:solidFill>
                            <a:srgbClr val="12202B"/>
                          </a:solidFill>
                          <a:latin typeface="Calibri" pitchFamily="34" charset="0"/>
                          <a:ea typeface="Calibri" pitchFamily="34" charset="-122"/>
                          <a:cs typeface="Calibri" pitchFamily="34" charset="-120"/>
                        </a:rPr>
                        <a:t>2.3.0</a:t>
                      </a:r>
                      <a:endParaRPr lang="en-US" sz="1500" dirty="0">
                        <a:latin typeface="Calibri" charset="0"/>
                        <a:ea typeface="Calibri" charset="0"/>
                        <a:cs typeface="Calibri" charset="0"/>
                      </a:endParaRPr>
                    </a:p>
                  </a:txBody>
                  <a:tcPr marL="91440" marR="91440" marT="36576" marB="36576" anchor="ctr">
                    <a:lnL w="9525" cap="flat" cmpd="sng" algn="ctr">
                      <a:solidFill>
                        <a:srgbClr val="DAD6CC"/>
                      </a:solidFill>
                      <a:prstDash val="solid"/>
                      <a:round/>
                      <a:headEnd type="none" w="med" len="med"/>
                      <a:tailEnd type="none" w="med" len="med"/>
                    </a:lnL>
                    <a:lnR w="9525" cap="flat" cmpd="sng" algn="ctr">
                      <a:solidFill>
                        <a:srgbClr val="DAD6CC"/>
                      </a:solidFill>
                      <a:prstDash val="solid"/>
                      <a:round/>
                      <a:headEnd type="none" w="med" len="med"/>
                      <a:tailEnd type="none" w="med" len="med"/>
                    </a:lnR>
                    <a:lnT w="9525" cap="flat" cmpd="sng" algn="ctr">
                      <a:solidFill>
                        <a:srgbClr val="DAD6CC"/>
                      </a:solidFill>
                      <a:prstDash val="solid"/>
                      <a:round/>
                      <a:headEnd type="none" w="med" len="med"/>
                      <a:tailEnd type="none" w="med" len="med"/>
                    </a:lnT>
                    <a:lnB w="9525" cap="flat" cmpd="sng" algn="ctr">
                      <a:solidFill>
                        <a:srgbClr val="DAD6CC"/>
                      </a:solidFill>
                      <a:prstDash val="solid"/>
                      <a:round/>
                      <a:headEnd type="none" w="med" len="med"/>
                      <a:tailEnd type="none" w="med" len="med"/>
                    </a:lnB>
                    <a:solidFill>
                      <a:srgbClr val="FFFFFF"/>
                    </a:solidFill>
                  </a:tcPr>
                </a:tc>
              </a:tr>
              <a:tr h="457200">
                <a:tc>
                  <a:txBody>
                    <a:bodyPr/>
                    <a:lstStyle/>
                    <a:p>
                      <a:pPr indent="0" marL="0">
                        <a:buNone/>
                      </a:pPr>
                      <a:r>
                        <a:rPr lang="en-US" sz="1500" dirty="0">
                          <a:solidFill>
                            <a:srgbClr val="12202B"/>
                          </a:solidFill>
                          <a:latin typeface="Calibri" pitchFamily="34" charset="0"/>
                          <a:ea typeface="Calibri" pitchFamily="34" charset="-122"/>
                          <a:cs typeface="Calibri" pitchFamily="34" charset="-120"/>
                        </a:rPr>
                        <a:t>Dữ liệu test</a:t>
                      </a:r>
                      <a:endParaRPr lang="en-US" sz="1500" dirty="0">
                        <a:latin typeface="Calibri" charset="0"/>
                        <a:ea typeface="Calibri" charset="0"/>
                        <a:cs typeface="Calibri" charset="0"/>
                      </a:endParaRPr>
                    </a:p>
                  </a:txBody>
                  <a:tcPr marL="91440" marR="91440" marT="36576" marB="36576" anchor="ctr">
                    <a:lnL w="9525" cap="flat" cmpd="sng" algn="ctr">
                      <a:solidFill>
                        <a:srgbClr val="DAD6CC"/>
                      </a:solidFill>
                      <a:prstDash val="solid"/>
                      <a:round/>
                      <a:headEnd type="none" w="med" len="med"/>
                      <a:tailEnd type="none" w="med" len="med"/>
                    </a:lnL>
                    <a:lnR w="9525" cap="flat" cmpd="sng" algn="ctr">
                      <a:solidFill>
                        <a:srgbClr val="DAD6CC"/>
                      </a:solidFill>
                      <a:prstDash val="solid"/>
                      <a:round/>
                      <a:headEnd type="none" w="med" len="med"/>
                      <a:tailEnd type="none" w="med" len="med"/>
                    </a:lnR>
                    <a:lnT w="9525" cap="flat" cmpd="sng" algn="ctr">
                      <a:solidFill>
                        <a:srgbClr val="DAD6CC"/>
                      </a:solidFill>
                      <a:prstDash val="solid"/>
                      <a:round/>
                      <a:headEnd type="none" w="med" len="med"/>
                      <a:tailEnd type="none" w="med" len="med"/>
                    </a:lnT>
                    <a:lnB w="9525" cap="flat" cmpd="sng" algn="ctr">
                      <a:solidFill>
                        <a:srgbClr val="DAD6CC"/>
                      </a:solidFill>
                      <a:prstDash val="solid"/>
                      <a:round/>
                      <a:headEnd type="none" w="med" len="med"/>
                      <a:tailEnd type="none" w="med" len="med"/>
                    </a:lnB>
                    <a:solidFill>
                      <a:srgbClr val="FFFFFF"/>
                    </a:solidFill>
                  </a:tcPr>
                </a:tc>
                <a:tc>
                  <a:txBody>
                    <a:bodyPr/>
                    <a:lstStyle/>
                    <a:p>
                      <a:pPr indent="0" marL="0">
                        <a:buNone/>
                      </a:pPr>
                      <a:r>
                        <a:rPr lang="en-US" sz="1500" dirty="0">
                          <a:solidFill>
                            <a:srgbClr val="12202B"/>
                          </a:solidFill>
                          <a:latin typeface="Calibri" pitchFamily="34" charset="0"/>
                          <a:ea typeface="Calibri" pitchFamily="34" charset="-122"/>
                          <a:cs typeface="Calibri" pitchFamily="34" charset="-120"/>
                        </a:rPr>
                        <a:t>host k15host, 5 event type</a:t>
                      </a:r>
                      <a:endParaRPr lang="en-US" sz="1500" dirty="0">
                        <a:latin typeface="Calibri" charset="0"/>
                        <a:ea typeface="Calibri" charset="0"/>
                        <a:cs typeface="Calibri" charset="0"/>
                      </a:endParaRPr>
                    </a:p>
                  </a:txBody>
                  <a:tcPr marL="91440" marR="91440" marT="36576" marB="36576" anchor="ctr">
                    <a:lnL w="9525" cap="flat" cmpd="sng" algn="ctr">
                      <a:solidFill>
                        <a:srgbClr val="DAD6CC"/>
                      </a:solidFill>
                      <a:prstDash val="solid"/>
                      <a:round/>
                      <a:headEnd type="none" w="med" len="med"/>
                      <a:tailEnd type="none" w="med" len="med"/>
                    </a:lnL>
                    <a:lnR w="9525" cap="flat" cmpd="sng" algn="ctr">
                      <a:solidFill>
                        <a:srgbClr val="DAD6CC"/>
                      </a:solidFill>
                      <a:prstDash val="solid"/>
                      <a:round/>
                      <a:headEnd type="none" w="med" len="med"/>
                      <a:tailEnd type="none" w="med" len="med"/>
                    </a:lnR>
                    <a:lnT w="9525" cap="flat" cmpd="sng" algn="ctr">
                      <a:solidFill>
                        <a:srgbClr val="DAD6CC"/>
                      </a:solidFill>
                      <a:prstDash val="solid"/>
                      <a:round/>
                      <a:headEnd type="none" w="med" len="med"/>
                      <a:tailEnd type="none" w="med" len="med"/>
                    </a:lnT>
                    <a:lnB w="9525" cap="flat" cmpd="sng" algn="ctr">
                      <a:solidFill>
                        <a:srgbClr val="DAD6CC"/>
                      </a:solidFill>
                      <a:prstDash val="solid"/>
                      <a:round/>
                      <a:headEnd type="none" w="med" len="med"/>
                      <a:tailEnd type="none" w="med" len="med"/>
                    </a:lnB>
                    <a:solidFill>
                      <a:srgbClr val="FFFFFF"/>
                    </a:solidFill>
                  </a:tcPr>
                </a:tc>
              </a:tr>
            </a:tbl>
          </a:graphicData>
        </a:graphic>
      </p:graphicFrame>
      <p:graphicFrame>
        <p:nvGraphicFramePr>
          <p:cNvPr id="11" name="Table 1"/>
          <p:cNvGraphicFramePr>
            <a:graphicFrameLocks noGrp="1"/>
          </p:cNvGraphicFramePr>
          <p:nvPr>
            <p:extLst>
              <p:ext uri="{D42A27DB-BD31-4B8C-83A1-F6EECF244321}">
                <p14:modId xmlns:p14="http://schemas.microsoft.com/office/powerpoint/2010/main" val="1579011935"/>
              </p:ext>
            </p:extLst>
          </p:nvPr>
        </p:nvGraphicFramePr>
        <p:xfrm>
          <a:off x="6323076" y="1783080"/>
          <a:ext cx="5225796" cy="914400"/>
        </p:xfrm>
        <a:graphic>
          <a:graphicData uri="http://schemas.openxmlformats.org/drawingml/2006/table">
            <a:tbl>
              <a:tblPr/>
              <a:tblGrid>
                <a:gridCol w="2194560"/>
                <a:gridCol w="914400"/>
                <a:gridCol w="2116836"/>
              </a:tblGrid>
              <a:tr h="457200">
                <a:tc>
                  <a:txBody>
                    <a:bodyPr/>
                    <a:lstStyle/>
                    <a:p>
                      <a:pPr indent="0" marL="0">
                        <a:buNone/>
                      </a:pPr>
                      <a:r>
                        <a:rPr lang="en-US" sz="1500" b="1" dirty="0">
                          <a:solidFill>
                            <a:srgbClr val="12202B"/>
                          </a:solidFill>
                          <a:latin typeface="Calibri" pitchFamily="34" charset="0"/>
                          <a:ea typeface="Calibri" pitchFamily="34" charset="-122"/>
                          <a:cs typeface="Calibri" pitchFamily="34" charset="-120"/>
                        </a:rPr>
                        <a:t>Smoke test</a:t>
                      </a:r>
                      <a:endParaRPr lang="en-US" sz="1500" dirty="0">
                        <a:latin typeface="Calibri" charset="0"/>
                        <a:ea typeface="Calibri" charset="0"/>
                        <a:cs typeface="Calibri" charset="0"/>
                      </a:endParaRPr>
                    </a:p>
                  </a:txBody>
                  <a:tcPr marL="91440" marR="91440" marT="36576" marB="36576" anchor="ctr">
                    <a:lnL w="9525" cap="flat" cmpd="sng" algn="ctr">
                      <a:solidFill>
                        <a:srgbClr val="DAD6CC"/>
                      </a:solidFill>
                      <a:prstDash val="solid"/>
                      <a:round/>
                      <a:headEnd type="none" w="med" len="med"/>
                      <a:tailEnd type="none" w="med" len="med"/>
                    </a:lnL>
                    <a:lnR w="9525" cap="flat" cmpd="sng" algn="ctr">
                      <a:solidFill>
                        <a:srgbClr val="DAD6CC"/>
                      </a:solidFill>
                      <a:prstDash val="solid"/>
                      <a:round/>
                      <a:headEnd type="none" w="med" len="med"/>
                      <a:tailEnd type="none" w="med" len="med"/>
                    </a:lnR>
                    <a:lnT w="9525" cap="flat" cmpd="sng" algn="ctr">
                      <a:solidFill>
                        <a:srgbClr val="DAD6CC"/>
                      </a:solidFill>
                      <a:prstDash val="solid"/>
                      <a:round/>
                      <a:headEnd type="none" w="med" len="med"/>
                      <a:tailEnd type="none" w="med" len="med"/>
                    </a:lnT>
                    <a:lnB w="9525" cap="flat" cmpd="sng" algn="ctr">
                      <a:solidFill>
                        <a:srgbClr val="DAD6CC"/>
                      </a:solidFill>
                      <a:prstDash val="solid"/>
                      <a:round/>
                      <a:headEnd type="none" w="med" len="med"/>
                      <a:tailEnd type="none" w="med" len="med"/>
                    </a:lnB>
                    <a:solidFill>
                      <a:srgbClr val="E6E2D6"/>
                    </a:solidFill>
                  </a:tcPr>
                </a:tc>
                <a:tc>
                  <a:txBody>
                    <a:bodyPr/>
                    <a:lstStyle/>
                    <a:p>
                      <a:pPr indent="0" marL="0">
                        <a:buNone/>
                      </a:pPr>
                      <a:r>
                        <a:rPr lang="en-US" sz="1500" b="1" dirty="0">
                          <a:solidFill>
                            <a:srgbClr val="12202B"/>
                          </a:solidFill>
                          <a:latin typeface="Calibri" pitchFamily="34" charset="0"/>
                          <a:ea typeface="Calibri" pitchFamily="34" charset="-122"/>
                          <a:cs typeface="Calibri" pitchFamily="34" charset="-120"/>
                        </a:rPr>
                        <a:t>HTTP</a:t>
                      </a:r>
                      <a:endParaRPr lang="en-US" sz="1500" dirty="0">
                        <a:latin typeface="Calibri" charset="0"/>
                        <a:ea typeface="Calibri" charset="0"/>
                        <a:cs typeface="Calibri" charset="0"/>
                      </a:endParaRPr>
                    </a:p>
                  </a:txBody>
                  <a:tcPr marL="91440" marR="91440" marT="36576" marB="36576" anchor="ctr">
                    <a:lnL w="9525" cap="flat" cmpd="sng" algn="ctr">
                      <a:solidFill>
                        <a:srgbClr val="DAD6CC"/>
                      </a:solidFill>
                      <a:prstDash val="solid"/>
                      <a:round/>
                      <a:headEnd type="none" w="med" len="med"/>
                      <a:tailEnd type="none" w="med" len="med"/>
                    </a:lnL>
                    <a:lnR w="9525" cap="flat" cmpd="sng" algn="ctr">
                      <a:solidFill>
                        <a:srgbClr val="DAD6CC"/>
                      </a:solidFill>
                      <a:prstDash val="solid"/>
                      <a:round/>
                      <a:headEnd type="none" w="med" len="med"/>
                      <a:tailEnd type="none" w="med" len="med"/>
                    </a:lnR>
                    <a:lnT w="9525" cap="flat" cmpd="sng" algn="ctr">
                      <a:solidFill>
                        <a:srgbClr val="DAD6CC"/>
                      </a:solidFill>
                      <a:prstDash val="solid"/>
                      <a:round/>
                      <a:headEnd type="none" w="med" len="med"/>
                      <a:tailEnd type="none" w="med" len="med"/>
                    </a:lnT>
                    <a:lnB w="9525" cap="flat" cmpd="sng" algn="ctr">
                      <a:solidFill>
                        <a:srgbClr val="DAD6CC"/>
                      </a:solidFill>
                      <a:prstDash val="solid"/>
                      <a:round/>
                      <a:headEnd type="none" w="med" len="med"/>
                      <a:tailEnd type="none" w="med" len="med"/>
                    </a:lnB>
                    <a:solidFill>
                      <a:srgbClr val="E6E2D6"/>
                    </a:solidFill>
                  </a:tcPr>
                </a:tc>
                <a:tc>
                  <a:txBody>
                    <a:bodyPr/>
                    <a:lstStyle/>
                    <a:p>
                      <a:pPr indent="0" marL="0">
                        <a:buNone/>
                      </a:pPr>
                      <a:r>
                        <a:rPr lang="en-US" sz="1500" b="1" dirty="0">
                          <a:solidFill>
                            <a:srgbClr val="12202B"/>
                          </a:solidFill>
                          <a:latin typeface="Calibri" pitchFamily="34" charset="0"/>
                          <a:ea typeface="Calibri" pitchFamily="34" charset="-122"/>
                          <a:cs typeface="Calibri" pitchFamily="34" charset="-120"/>
                        </a:rPr>
                        <a:t>Trong DB</a:t>
                      </a:r>
                      <a:endParaRPr lang="en-US" sz="1500" dirty="0">
                        <a:latin typeface="Calibri" charset="0"/>
                        <a:ea typeface="Calibri" charset="0"/>
                        <a:cs typeface="Calibri" charset="0"/>
                      </a:endParaRPr>
                    </a:p>
                  </a:txBody>
                  <a:tcPr marL="91440" marR="91440" marT="36576" marB="36576" anchor="ctr">
                    <a:lnL w="9525" cap="flat" cmpd="sng" algn="ctr">
                      <a:solidFill>
                        <a:srgbClr val="DAD6CC"/>
                      </a:solidFill>
                      <a:prstDash val="solid"/>
                      <a:round/>
                      <a:headEnd type="none" w="med" len="med"/>
                      <a:tailEnd type="none" w="med" len="med"/>
                    </a:lnL>
                    <a:lnR w="9525" cap="flat" cmpd="sng" algn="ctr">
                      <a:solidFill>
                        <a:srgbClr val="DAD6CC"/>
                      </a:solidFill>
                      <a:prstDash val="solid"/>
                      <a:round/>
                      <a:headEnd type="none" w="med" len="med"/>
                      <a:tailEnd type="none" w="med" len="med"/>
                    </a:lnR>
                    <a:lnT w="9525" cap="flat" cmpd="sng" algn="ctr">
                      <a:solidFill>
                        <a:srgbClr val="DAD6CC"/>
                      </a:solidFill>
                      <a:prstDash val="solid"/>
                      <a:round/>
                      <a:headEnd type="none" w="med" len="med"/>
                      <a:tailEnd type="none" w="med" len="med"/>
                    </a:lnT>
                    <a:lnB w="9525" cap="flat" cmpd="sng" algn="ctr">
                      <a:solidFill>
                        <a:srgbClr val="DAD6CC"/>
                      </a:solidFill>
                      <a:prstDash val="solid"/>
                      <a:round/>
                      <a:headEnd type="none" w="med" len="med"/>
                      <a:tailEnd type="none" w="med" len="med"/>
                    </a:lnB>
                    <a:solidFill>
                      <a:srgbClr val="E6E2D6"/>
                    </a:solidFill>
                  </a:tcPr>
                </a:tc>
              </a:tr>
              <a:tr h="457200">
                <a:tc>
                  <a:txBody>
                    <a:bodyPr/>
                    <a:lstStyle/>
                    <a:p>
                      <a:pPr indent="0" marL="0">
                        <a:buNone/>
                      </a:pPr>
                      <a:r>
                        <a:rPr lang="en-US" sz="1500" dirty="0">
                          <a:solidFill>
                            <a:srgbClr val="12202B"/>
                          </a:solidFill>
                          <a:latin typeface="Calibri" pitchFamily="34" charset="0"/>
                          <a:ea typeface="Calibri" pitchFamily="34" charset="-122"/>
                          <a:cs typeface="Calibri" pitchFamily="34" charset="-120"/>
                        </a:rPr>
                        <a:t>1. Đặt lịch</a:t>
                      </a:r>
                      <a:endParaRPr lang="en-US" sz="1500" dirty="0">
                        <a:latin typeface="Calibri" charset="0"/>
                        <a:ea typeface="Calibri" charset="0"/>
                        <a:cs typeface="Calibri" charset="0"/>
                      </a:endParaRPr>
                    </a:p>
                  </a:txBody>
                  <a:tcPr marL="91440" marR="91440" marT="36576" marB="36576" anchor="ctr">
                    <a:lnL w="9525" cap="flat" cmpd="sng" algn="ctr">
                      <a:solidFill>
                        <a:srgbClr val="DAD6CC"/>
                      </a:solidFill>
                      <a:prstDash val="solid"/>
                      <a:round/>
                      <a:headEnd type="none" w="med" len="med"/>
                      <a:tailEnd type="none" w="med" len="med"/>
                    </a:lnL>
                    <a:lnR w="9525" cap="flat" cmpd="sng" algn="ctr">
                      <a:solidFill>
                        <a:srgbClr val="DAD6CC"/>
                      </a:solidFill>
                      <a:prstDash val="solid"/>
                      <a:round/>
                      <a:headEnd type="none" w="med" len="med"/>
                      <a:tailEnd type="none" w="med" len="med"/>
                    </a:lnR>
                    <a:lnT w="9525" cap="flat" cmpd="sng" algn="ctr">
                      <a:solidFill>
                        <a:srgbClr val="DAD6CC"/>
                      </a:solidFill>
                      <a:prstDash val="solid"/>
                      <a:round/>
                      <a:headEnd type="none" w="med" len="med"/>
                      <a:tailEnd type="none" w="med" len="med"/>
                    </a:lnT>
                    <a:lnB w="9525" cap="flat" cmpd="sng" algn="ctr">
                      <a:solidFill>
                        <a:srgbClr val="DAD6CC"/>
                      </a:solidFill>
                      <a:prstDash val="solid"/>
                      <a:round/>
                      <a:headEnd type="none" w="med" len="med"/>
                      <a:tailEnd type="none" w="med" len="med"/>
                    </a:lnB>
                    <a:solidFill>
                      <a:srgbClr val="FFFFFF"/>
                    </a:solidFill>
                  </a:tcPr>
                </a:tc>
                <a:tc>
                  <a:txBody>
                    <a:bodyPr/>
                    <a:lstStyle/>
                    <a:p>
                      <a:pPr indent="0" marL="0">
                        <a:buNone/>
                      </a:pPr>
                      <a:r>
                        <a:rPr lang="en-US" sz="1500" dirty="0">
                          <a:solidFill>
                            <a:srgbClr val="12202B"/>
                          </a:solidFill>
                          <a:latin typeface="Calibri" pitchFamily="34" charset="0"/>
                          <a:ea typeface="Calibri" pitchFamily="34" charset="-122"/>
                          <a:cs typeface="Calibri" pitchFamily="34" charset="-120"/>
                        </a:rPr>
                        <a:t>200</a:t>
                      </a:r>
                      <a:endParaRPr lang="en-US" sz="1500" dirty="0">
                        <a:latin typeface="Calibri" charset="0"/>
                        <a:ea typeface="Calibri" charset="0"/>
                        <a:cs typeface="Calibri" charset="0"/>
                      </a:endParaRPr>
                    </a:p>
                  </a:txBody>
                  <a:tcPr marL="91440" marR="91440" marT="36576" marB="36576" anchor="ctr">
                    <a:lnL w="9525" cap="flat" cmpd="sng" algn="ctr">
                      <a:solidFill>
                        <a:srgbClr val="DAD6CC"/>
                      </a:solidFill>
                      <a:prstDash val="solid"/>
                      <a:round/>
                      <a:headEnd type="none" w="med" len="med"/>
                      <a:tailEnd type="none" w="med" len="med"/>
                    </a:lnL>
                    <a:lnR w="9525" cap="flat" cmpd="sng" algn="ctr">
                      <a:solidFill>
                        <a:srgbClr val="DAD6CC"/>
                      </a:solidFill>
                      <a:prstDash val="solid"/>
                      <a:round/>
                      <a:headEnd type="none" w="med" len="med"/>
                      <a:tailEnd type="none" w="med" len="med"/>
                    </a:lnR>
                    <a:lnT w="9525" cap="flat" cmpd="sng" algn="ctr">
                      <a:solidFill>
                        <a:srgbClr val="DAD6CC"/>
                      </a:solidFill>
                      <a:prstDash val="solid"/>
                      <a:round/>
                      <a:headEnd type="none" w="med" len="med"/>
                      <a:tailEnd type="none" w="med" len="med"/>
                    </a:lnT>
                    <a:lnB w="9525" cap="flat" cmpd="sng" algn="ctr">
                      <a:solidFill>
                        <a:srgbClr val="DAD6CC"/>
                      </a:solidFill>
                      <a:prstDash val="solid"/>
                      <a:round/>
                      <a:headEnd type="none" w="med" len="med"/>
                      <a:tailEnd type="none" w="med" len="med"/>
                    </a:lnB>
                    <a:solidFill>
                      <a:srgbClr val="FFFFFF"/>
                    </a:solidFill>
                  </a:tcPr>
                </a:tc>
                <a:tc>
                  <a:txBody>
                    <a:bodyPr/>
                    <a:lstStyle/>
                    <a:p>
                      <a:pPr indent="0" marL="0">
                        <a:buNone/>
                      </a:pPr>
                      <a:r>
                        <a:rPr lang="en-US" sz="1500" dirty="0">
                          <a:solidFill>
                            <a:srgbClr val="12202B"/>
                          </a:solidFill>
                          <a:latin typeface="Calibri" pitchFamily="34" charset="0"/>
                          <a:ea typeface="Calibri" pitchFamily="34" charset="-122"/>
                          <a:cs typeface="Calibri" pitchFamily="34" charset="-120"/>
                        </a:rPr>
                        <a:t>accepted</a:t>
                      </a:r>
                      <a:endParaRPr lang="en-US" sz="1500" dirty="0">
                        <a:latin typeface="Calibri" charset="0"/>
                        <a:ea typeface="Calibri" charset="0"/>
                        <a:cs typeface="Calibri" charset="0"/>
                      </a:endParaRPr>
                    </a:p>
                  </a:txBody>
                  <a:tcPr marL="91440" marR="91440" marT="36576" marB="36576" anchor="ctr">
                    <a:lnL w="9525" cap="flat" cmpd="sng" algn="ctr">
                      <a:solidFill>
                        <a:srgbClr val="DAD6CC"/>
                      </a:solidFill>
                      <a:prstDash val="solid"/>
                      <a:round/>
                      <a:headEnd type="none" w="med" len="med"/>
                      <a:tailEnd type="none" w="med" len="med"/>
                    </a:lnL>
                    <a:lnR w="9525" cap="flat" cmpd="sng" algn="ctr">
                      <a:solidFill>
                        <a:srgbClr val="DAD6CC"/>
                      </a:solidFill>
                      <a:prstDash val="solid"/>
                      <a:round/>
                      <a:headEnd type="none" w="med" len="med"/>
                      <a:tailEnd type="none" w="med" len="med"/>
                    </a:lnR>
                    <a:lnT w="9525" cap="flat" cmpd="sng" algn="ctr">
                      <a:solidFill>
                        <a:srgbClr val="DAD6CC"/>
                      </a:solidFill>
                      <a:prstDash val="solid"/>
                      <a:round/>
                      <a:headEnd type="none" w="med" len="med"/>
                      <a:tailEnd type="none" w="med" len="med"/>
                    </a:lnT>
                    <a:lnB w="9525" cap="flat" cmpd="sng" algn="ctr">
                      <a:solidFill>
                        <a:srgbClr val="DAD6CC"/>
                      </a:solidFill>
                      <a:prstDash val="solid"/>
                      <a:round/>
                      <a:headEnd type="none" w="med" len="med"/>
                      <a:tailEnd type="none" w="med" len="med"/>
                    </a:lnB>
                    <a:solidFill>
                      <a:srgbClr val="FFFFFF"/>
                    </a:solidFill>
                  </a:tcPr>
                </a:tc>
              </a:tr>
              <a:tr h="457200">
                <a:tc>
                  <a:txBody>
                    <a:bodyPr/>
                    <a:lstStyle/>
                    <a:p>
                      <a:pPr indent="0" marL="0">
                        <a:buNone/>
                      </a:pPr>
                      <a:r>
                        <a:rPr lang="en-US" sz="1500" dirty="0">
                          <a:solidFill>
                            <a:srgbClr val="12202B"/>
                          </a:solidFill>
                          <a:latin typeface="Calibri" pitchFamily="34" charset="0"/>
                          <a:ea typeface="Calibri" pitchFamily="34" charset="-122"/>
                          <a:cs typeface="Calibri" pitchFamily="34" charset="-120"/>
                        </a:rPr>
                        <a:t>2. Đổi lịch</a:t>
                      </a:r>
                      <a:endParaRPr lang="en-US" sz="1500" dirty="0">
                        <a:latin typeface="Calibri" charset="0"/>
                        <a:ea typeface="Calibri" charset="0"/>
                        <a:cs typeface="Calibri" charset="0"/>
                      </a:endParaRPr>
                    </a:p>
                  </a:txBody>
                  <a:tcPr marL="91440" marR="91440" marT="36576" marB="36576" anchor="ctr">
                    <a:lnL w="9525" cap="flat" cmpd="sng" algn="ctr">
                      <a:solidFill>
                        <a:srgbClr val="DAD6CC"/>
                      </a:solidFill>
                      <a:prstDash val="solid"/>
                      <a:round/>
                      <a:headEnd type="none" w="med" len="med"/>
                      <a:tailEnd type="none" w="med" len="med"/>
                    </a:lnL>
                    <a:lnR w="9525" cap="flat" cmpd="sng" algn="ctr">
                      <a:solidFill>
                        <a:srgbClr val="DAD6CC"/>
                      </a:solidFill>
                      <a:prstDash val="solid"/>
                      <a:round/>
                      <a:headEnd type="none" w="med" len="med"/>
                      <a:tailEnd type="none" w="med" len="med"/>
                    </a:lnR>
                    <a:lnT w="9525" cap="flat" cmpd="sng" algn="ctr">
                      <a:solidFill>
                        <a:srgbClr val="DAD6CC"/>
                      </a:solidFill>
                      <a:prstDash val="solid"/>
                      <a:round/>
                      <a:headEnd type="none" w="med" len="med"/>
                      <a:tailEnd type="none" w="med" len="med"/>
                    </a:lnT>
                    <a:lnB w="9525" cap="flat" cmpd="sng" algn="ctr">
                      <a:solidFill>
                        <a:srgbClr val="DAD6CC"/>
                      </a:solidFill>
                      <a:prstDash val="solid"/>
                      <a:round/>
                      <a:headEnd type="none" w="med" len="med"/>
                      <a:tailEnd type="none" w="med" len="med"/>
                    </a:lnB>
                    <a:solidFill>
                      <a:srgbClr val="FFFFFF"/>
                    </a:solidFill>
                  </a:tcPr>
                </a:tc>
                <a:tc>
                  <a:txBody>
                    <a:bodyPr/>
                    <a:lstStyle/>
                    <a:p>
                      <a:pPr indent="0" marL="0">
                        <a:buNone/>
                      </a:pPr>
                      <a:r>
                        <a:rPr lang="en-US" sz="1500" dirty="0">
                          <a:solidFill>
                            <a:srgbClr val="12202B"/>
                          </a:solidFill>
                          <a:latin typeface="Calibri" pitchFamily="34" charset="0"/>
                          <a:ea typeface="Calibri" pitchFamily="34" charset="-122"/>
                          <a:cs typeface="Calibri" pitchFamily="34" charset="-120"/>
                        </a:rPr>
                        <a:t>200</a:t>
                      </a:r>
                      <a:endParaRPr lang="en-US" sz="1500" dirty="0">
                        <a:latin typeface="Calibri" charset="0"/>
                        <a:ea typeface="Calibri" charset="0"/>
                        <a:cs typeface="Calibri" charset="0"/>
                      </a:endParaRPr>
                    </a:p>
                  </a:txBody>
                  <a:tcPr marL="91440" marR="91440" marT="36576" marB="36576" anchor="ctr">
                    <a:lnL w="9525" cap="flat" cmpd="sng" algn="ctr">
                      <a:solidFill>
                        <a:srgbClr val="DAD6CC"/>
                      </a:solidFill>
                      <a:prstDash val="solid"/>
                      <a:round/>
                      <a:headEnd type="none" w="med" len="med"/>
                      <a:tailEnd type="none" w="med" len="med"/>
                    </a:lnL>
                    <a:lnR w="9525" cap="flat" cmpd="sng" algn="ctr">
                      <a:solidFill>
                        <a:srgbClr val="DAD6CC"/>
                      </a:solidFill>
                      <a:prstDash val="solid"/>
                      <a:round/>
                      <a:headEnd type="none" w="med" len="med"/>
                      <a:tailEnd type="none" w="med" len="med"/>
                    </a:lnR>
                    <a:lnT w="9525" cap="flat" cmpd="sng" algn="ctr">
                      <a:solidFill>
                        <a:srgbClr val="DAD6CC"/>
                      </a:solidFill>
                      <a:prstDash val="solid"/>
                      <a:round/>
                      <a:headEnd type="none" w="med" len="med"/>
                      <a:tailEnd type="none" w="med" len="med"/>
                    </a:lnT>
                    <a:lnB w="9525" cap="flat" cmpd="sng" algn="ctr">
                      <a:solidFill>
                        <a:srgbClr val="DAD6CC"/>
                      </a:solidFill>
                      <a:prstDash val="solid"/>
                      <a:round/>
                      <a:headEnd type="none" w="med" len="med"/>
                      <a:tailEnd type="none" w="med" len="med"/>
                    </a:lnB>
                    <a:solidFill>
                      <a:srgbClr val="FFFFFF"/>
                    </a:solidFill>
                  </a:tcPr>
                </a:tc>
                <a:tc>
                  <a:txBody>
                    <a:bodyPr/>
                    <a:lstStyle/>
                    <a:p>
                      <a:pPr indent="0" marL="0">
                        <a:buNone/>
                      </a:pPr>
                      <a:r>
                        <a:rPr lang="en-US" sz="1500" dirty="0">
                          <a:solidFill>
                            <a:srgbClr val="12202B"/>
                          </a:solidFill>
                          <a:latin typeface="Calibri" pitchFamily="34" charset="0"/>
                          <a:ea typeface="Calibri" pitchFamily="34" charset="-122"/>
                          <a:cs typeface="Calibri" pitchFamily="34" charset="-120"/>
                        </a:rPr>
                        <a:t>bản cũ cancelled</a:t>
                      </a:r>
                      <a:endParaRPr lang="en-US" sz="1500" dirty="0">
                        <a:latin typeface="Calibri" charset="0"/>
                        <a:ea typeface="Calibri" charset="0"/>
                        <a:cs typeface="Calibri" charset="0"/>
                      </a:endParaRPr>
                    </a:p>
                  </a:txBody>
                  <a:tcPr marL="91440" marR="91440" marT="36576" marB="36576" anchor="ctr">
                    <a:lnL w="9525" cap="flat" cmpd="sng" algn="ctr">
                      <a:solidFill>
                        <a:srgbClr val="DAD6CC"/>
                      </a:solidFill>
                      <a:prstDash val="solid"/>
                      <a:round/>
                      <a:headEnd type="none" w="med" len="med"/>
                      <a:tailEnd type="none" w="med" len="med"/>
                    </a:lnL>
                    <a:lnR w="9525" cap="flat" cmpd="sng" algn="ctr">
                      <a:solidFill>
                        <a:srgbClr val="DAD6CC"/>
                      </a:solidFill>
                      <a:prstDash val="solid"/>
                      <a:round/>
                      <a:headEnd type="none" w="med" len="med"/>
                      <a:tailEnd type="none" w="med" len="med"/>
                    </a:lnR>
                    <a:lnT w="9525" cap="flat" cmpd="sng" algn="ctr">
                      <a:solidFill>
                        <a:srgbClr val="DAD6CC"/>
                      </a:solidFill>
                      <a:prstDash val="solid"/>
                      <a:round/>
                      <a:headEnd type="none" w="med" len="med"/>
                      <a:tailEnd type="none" w="med" len="med"/>
                    </a:lnT>
                    <a:lnB w="9525" cap="flat" cmpd="sng" algn="ctr">
                      <a:solidFill>
                        <a:srgbClr val="DAD6CC"/>
                      </a:solidFill>
                      <a:prstDash val="solid"/>
                      <a:round/>
                      <a:headEnd type="none" w="med" len="med"/>
                      <a:tailEnd type="none" w="med" len="med"/>
                    </a:lnB>
                    <a:solidFill>
                      <a:srgbClr val="FFFFFF"/>
                    </a:solidFill>
                  </a:tcPr>
                </a:tc>
              </a:tr>
              <a:tr h="457200">
                <a:tc>
                  <a:txBody>
                    <a:bodyPr/>
                    <a:lstStyle/>
                    <a:p>
                      <a:pPr indent="0" marL="0">
                        <a:buNone/>
                      </a:pPr>
                      <a:r>
                        <a:rPr lang="en-US" sz="1500" dirty="0">
                          <a:solidFill>
                            <a:srgbClr val="12202B"/>
                          </a:solidFill>
                          <a:latin typeface="Calibri" pitchFamily="34" charset="0"/>
                          <a:ea typeface="Calibri" pitchFamily="34" charset="-122"/>
                          <a:cs typeface="Calibri" pitchFamily="34" charset="-120"/>
                        </a:rPr>
                        <a:t>3. Hủy lịch</a:t>
                      </a:r>
                      <a:endParaRPr lang="en-US" sz="1500" dirty="0">
                        <a:latin typeface="Calibri" charset="0"/>
                        <a:ea typeface="Calibri" charset="0"/>
                        <a:cs typeface="Calibri" charset="0"/>
                      </a:endParaRPr>
                    </a:p>
                  </a:txBody>
                  <a:tcPr marL="91440" marR="91440" marT="36576" marB="36576" anchor="ctr">
                    <a:lnL w="9525" cap="flat" cmpd="sng" algn="ctr">
                      <a:solidFill>
                        <a:srgbClr val="DAD6CC"/>
                      </a:solidFill>
                      <a:prstDash val="solid"/>
                      <a:round/>
                      <a:headEnd type="none" w="med" len="med"/>
                      <a:tailEnd type="none" w="med" len="med"/>
                    </a:lnL>
                    <a:lnR w="9525" cap="flat" cmpd="sng" algn="ctr">
                      <a:solidFill>
                        <a:srgbClr val="DAD6CC"/>
                      </a:solidFill>
                      <a:prstDash val="solid"/>
                      <a:round/>
                      <a:headEnd type="none" w="med" len="med"/>
                      <a:tailEnd type="none" w="med" len="med"/>
                    </a:lnR>
                    <a:lnT w="9525" cap="flat" cmpd="sng" algn="ctr">
                      <a:solidFill>
                        <a:srgbClr val="DAD6CC"/>
                      </a:solidFill>
                      <a:prstDash val="solid"/>
                      <a:round/>
                      <a:headEnd type="none" w="med" len="med"/>
                      <a:tailEnd type="none" w="med" len="med"/>
                    </a:lnT>
                    <a:lnB w="9525" cap="flat" cmpd="sng" algn="ctr">
                      <a:solidFill>
                        <a:srgbClr val="DAD6CC"/>
                      </a:solidFill>
                      <a:prstDash val="solid"/>
                      <a:round/>
                      <a:headEnd type="none" w="med" len="med"/>
                      <a:tailEnd type="none" w="med" len="med"/>
                    </a:lnB>
                    <a:solidFill>
                      <a:srgbClr val="FFFFFF"/>
                    </a:solidFill>
                  </a:tcPr>
                </a:tc>
                <a:tc>
                  <a:txBody>
                    <a:bodyPr/>
                    <a:lstStyle/>
                    <a:p>
                      <a:pPr indent="0" marL="0">
                        <a:buNone/>
                      </a:pPr>
                      <a:r>
                        <a:rPr lang="en-US" sz="1500" dirty="0">
                          <a:solidFill>
                            <a:srgbClr val="12202B"/>
                          </a:solidFill>
                          <a:latin typeface="Calibri" pitchFamily="34" charset="0"/>
                          <a:ea typeface="Calibri" pitchFamily="34" charset="-122"/>
                          <a:cs typeface="Calibri" pitchFamily="34" charset="-120"/>
                        </a:rPr>
                        <a:t>200</a:t>
                      </a:r>
                      <a:endParaRPr lang="en-US" sz="1500" dirty="0">
                        <a:latin typeface="Calibri" charset="0"/>
                        <a:ea typeface="Calibri" charset="0"/>
                        <a:cs typeface="Calibri" charset="0"/>
                      </a:endParaRPr>
                    </a:p>
                  </a:txBody>
                  <a:tcPr marL="91440" marR="91440" marT="36576" marB="36576" anchor="ctr">
                    <a:lnL w="9525" cap="flat" cmpd="sng" algn="ctr">
                      <a:solidFill>
                        <a:srgbClr val="DAD6CC"/>
                      </a:solidFill>
                      <a:prstDash val="solid"/>
                      <a:round/>
                      <a:headEnd type="none" w="med" len="med"/>
                      <a:tailEnd type="none" w="med" len="med"/>
                    </a:lnL>
                    <a:lnR w="9525" cap="flat" cmpd="sng" algn="ctr">
                      <a:solidFill>
                        <a:srgbClr val="DAD6CC"/>
                      </a:solidFill>
                      <a:prstDash val="solid"/>
                      <a:round/>
                      <a:headEnd type="none" w="med" len="med"/>
                      <a:tailEnd type="none" w="med" len="med"/>
                    </a:lnR>
                    <a:lnT w="9525" cap="flat" cmpd="sng" algn="ctr">
                      <a:solidFill>
                        <a:srgbClr val="DAD6CC"/>
                      </a:solidFill>
                      <a:prstDash val="solid"/>
                      <a:round/>
                      <a:headEnd type="none" w="med" len="med"/>
                      <a:tailEnd type="none" w="med" len="med"/>
                    </a:lnT>
                    <a:lnB w="9525" cap="flat" cmpd="sng" algn="ctr">
                      <a:solidFill>
                        <a:srgbClr val="DAD6CC"/>
                      </a:solidFill>
                      <a:prstDash val="solid"/>
                      <a:round/>
                      <a:headEnd type="none" w="med" len="med"/>
                      <a:tailEnd type="none" w="med" len="med"/>
                    </a:lnB>
                    <a:solidFill>
                      <a:srgbClr val="FFFFFF"/>
                    </a:solidFill>
                  </a:tcPr>
                </a:tc>
                <a:tc>
                  <a:txBody>
                    <a:bodyPr/>
                    <a:lstStyle/>
                    <a:p>
                      <a:pPr indent="0" marL="0">
                        <a:buNone/>
                      </a:pPr>
                      <a:r>
                        <a:rPr lang="en-US" sz="1500" dirty="0">
                          <a:solidFill>
                            <a:srgbClr val="12202B"/>
                          </a:solidFill>
                          <a:latin typeface="Calibri" pitchFamily="34" charset="0"/>
                          <a:ea typeface="Calibri" pitchFamily="34" charset="-122"/>
                          <a:cs typeface="Calibri" pitchFamily="34" charset="-120"/>
                        </a:rPr>
                        <a:t>cancelled</a:t>
                      </a:r>
                      <a:endParaRPr lang="en-US" sz="1500" dirty="0">
                        <a:latin typeface="Calibri" charset="0"/>
                        <a:ea typeface="Calibri" charset="0"/>
                        <a:cs typeface="Calibri" charset="0"/>
                      </a:endParaRPr>
                    </a:p>
                  </a:txBody>
                  <a:tcPr marL="91440" marR="91440" marT="36576" marB="36576" anchor="ctr">
                    <a:lnL w="9525" cap="flat" cmpd="sng" algn="ctr">
                      <a:solidFill>
                        <a:srgbClr val="DAD6CC"/>
                      </a:solidFill>
                      <a:prstDash val="solid"/>
                      <a:round/>
                      <a:headEnd type="none" w="med" len="med"/>
                      <a:tailEnd type="none" w="med" len="med"/>
                    </a:lnL>
                    <a:lnR w="9525" cap="flat" cmpd="sng" algn="ctr">
                      <a:solidFill>
                        <a:srgbClr val="DAD6CC"/>
                      </a:solidFill>
                      <a:prstDash val="solid"/>
                      <a:round/>
                      <a:headEnd type="none" w="med" len="med"/>
                      <a:tailEnd type="none" w="med" len="med"/>
                    </a:lnR>
                    <a:lnT w="9525" cap="flat" cmpd="sng" algn="ctr">
                      <a:solidFill>
                        <a:srgbClr val="DAD6CC"/>
                      </a:solidFill>
                      <a:prstDash val="solid"/>
                      <a:round/>
                      <a:headEnd type="none" w="med" len="med"/>
                      <a:tailEnd type="none" w="med" len="med"/>
                    </a:lnT>
                    <a:lnB w="9525" cap="flat" cmpd="sng" algn="ctr">
                      <a:solidFill>
                        <a:srgbClr val="DAD6CC"/>
                      </a:solidFill>
                      <a:prstDash val="solid"/>
                      <a:round/>
                      <a:headEnd type="none" w="med" len="med"/>
                      <a:tailEnd type="none" w="med" len="med"/>
                    </a:lnB>
                    <a:solidFill>
                      <a:srgbClr val="FFFFFF"/>
                    </a:solidFill>
                  </a:tcPr>
                </a:tc>
              </a:tr>
              <a:tr h="457200">
                <a:tc>
                  <a:txBody>
                    <a:bodyPr/>
                    <a:lstStyle/>
                    <a:p>
                      <a:pPr indent="0" marL="0">
                        <a:buNone/>
                      </a:pPr>
                      <a:r>
                        <a:rPr lang="en-US" sz="1500" dirty="0">
                          <a:solidFill>
                            <a:srgbClr val="12202B"/>
                          </a:solidFill>
                          <a:latin typeface="Calibri" pitchFamily="34" charset="0"/>
                          <a:ea typeface="Calibri" pitchFamily="34" charset="-122"/>
                          <a:cs typeface="Calibri" pitchFamily="34" charset="-120"/>
                        </a:rPr>
                        <a:t>4. Đặt lại slot</a:t>
                      </a:r>
                      <a:endParaRPr lang="en-US" sz="1500" dirty="0">
                        <a:latin typeface="Calibri" charset="0"/>
                        <a:ea typeface="Calibri" charset="0"/>
                        <a:cs typeface="Calibri" charset="0"/>
                      </a:endParaRPr>
                    </a:p>
                  </a:txBody>
                  <a:tcPr marL="91440" marR="91440" marT="36576" marB="36576" anchor="ctr">
                    <a:lnL w="9525" cap="flat" cmpd="sng" algn="ctr">
                      <a:solidFill>
                        <a:srgbClr val="DAD6CC"/>
                      </a:solidFill>
                      <a:prstDash val="solid"/>
                      <a:round/>
                      <a:headEnd type="none" w="med" len="med"/>
                      <a:tailEnd type="none" w="med" len="med"/>
                    </a:lnL>
                    <a:lnR w="9525" cap="flat" cmpd="sng" algn="ctr">
                      <a:solidFill>
                        <a:srgbClr val="DAD6CC"/>
                      </a:solidFill>
                      <a:prstDash val="solid"/>
                      <a:round/>
                      <a:headEnd type="none" w="med" len="med"/>
                      <a:tailEnd type="none" w="med" len="med"/>
                    </a:lnR>
                    <a:lnT w="9525" cap="flat" cmpd="sng" algn="ctr">
                      <a:solidFill>
                        <a:srgbClr val="DAD6CC"/>
                      </a:solidFill>
                      <a:prstDash val="solid"/>
                      <a:round/>
                      <a:headEnd type="none" w="med" len="med"/>
                      <a:tailEnd type="none" w="med" len="med"/>
                    </a:lnT>
                    <a:lnB w="9525" cap="flat" cmpd="sng" algn="ctr">
                      <a:solidFill>
                        <a:srgbClr val="DAD6CC"/>
                      </a:solidFill>
                      <a:prstDash val="solid"/>
                      <a:round/>
                      <a:headEnd type="none" w="med" len="med"/>
                      <a:tailEnd type="none" w="med" len="med"/>
                    </a:lnB>
                    <a:solidFill>
                      <a:srgbClr val="FFFFFF"/>
                    </a:solidFill>
                  </a:tcPr>
                </a:tc>
                <a:tc>
                  <a:txBody>
                    <a:bodyPr/>
                    <a:lstStyle/>
                    <a:p>
                      <a:pPr indent="0" marL="0">
                        <a:buNone/>
                      </a:pPr>
                      <a:r>
                        <a:rPr lang="en-US" sz="1500" dirty="0">
                          <a:solidFill>
                            <a:srgbClr val="12202B"/>
                          </a:solidFill>
                          <a:latin typeface="Calibri" pitchFamily="34" charset="0"/>
                          <a:ea typeface="Calibri" pitchFamily="34" charset="-122"/>
                          <a:cs typeface="Calibri" pitchFamily="34" charset="-120"/>
                        </a:rPr>
                        <a:t>200</a:t>
                      </a:r>
                      <a:endParaRPr lang="en-US" sz="1500" dirty="0">
                        <a:latin typeface="Calibri" charset="0"/>
                        <a:ea typeface="Calibri" charset="0"/>
                        <a:cs typeface="Calibri" charset="0"/>
                      </a:endParaRPr>
                    </a:p>
                  </a:txBody>
                  <a:tcPr marL="91440" marR="91440" marT="36576" marB="36576" anchor="ctr">
                    <a:lnL w="9525" cap="flat" cmpd="sng" algn="ctr">
                      <a:solidFill>
                        <a:srgbClr val="DAD6CC"/>
                      </a:solidFill>
                      <a:prstDash val="solid"/>
                      <a:round/>
                      <a:headEnd type="none" w="med" len="med"/>
                      <a:tailEnd type="none" w="med" len="med"/>
                    </a:lnL>
                    <a:lnR w="9525" cap="flat" cmpd="sng" algn="ctr">
                      <a:solidFill>
                        <a:srgbClr val="DAD6CC"/>
                      </a:solidFill>
                      <a:prstDash val="solid"/>
                      <a:round/>
                      <a:headEnd type="none" w="med" len="med"/>
                      <a:tailEnd type="none" w="med" len="med"/>
                    </a:lnR>
                    <a:lnT w="9525" cap="flat" cmpd="sng" algn="ctr">
                      <a:solidFill>
                        <a:srgbClr val="DAD6CC"/>
                      </a:solidFill>
                      <a:prstDash val="solid"/>
                      <a:round/>
                      <a:headEnd type="none" w="med" len="med"/>
                      <a:tailEnd type="none" w="med" len="med"/>
                    </a:lnT>
                    <a:lnB w="9525" cap="flat" cmpd="sng" algn="ctr">
                      <a:solidFill>
                        <a:srgbClr val="DAD6CC"/>
                      </a:solidFill>
                      <a:prstDash val="solid"/>
                      <a:round/>
                      <a:headEnd type="none" w="med" len="med"/>
                      <a:tailEnd type="none" w="med" len="med"/>
                    </a:lnB>
                    <a:solidFill>
                      <a:srgbClr val="FFFFFF"/>
                    </a:solidFill>
                  </a:tcPr>
                </a:tc>
                <a:tc>
                  <a:txBody>
                    <a:bodyPr/>
                    <a:lstStyle/>
                    <a:p>
                      <a:pPr indent="0" marL="0">
                        <a:buNone/>
                      </a:pPr>
                      <a:r>
                        <a:rPr lang="en-US" sz="1500" dirty="0">
                          <a:solidFill>
                            <a:srgbClr val="12202B"/>
                          </a:solidFill>
                          <a:latin typeface="Calibri" pitchFamily="34" charset="0"/>
                          <a:ea typeface="Calibri" pitchFamily="34" charset="-122"/>
                          <a:cs typeface="Calibri" pitchFamily="34" charset="-120"/>
                        </a:rPr>
                        <a:t>đã giải phóng</a:t>
                      </a:r>
                      <a:endParaRPr lang="en-US" sz="1500" dirty="0">
                        <a:latin typeface="Calibri" charset="0"/>
                        <a:ea typeface="Calibri" charset="0"/>
                        <a:cs typeface="Calibri" charset="0"/>
                      </a:endParaRPr>
                    </a:p>
                  </a:txBody>
                  <a:tcPr marL="91440" marR="91440" marT="36576" marB="36576" anchor="ctr">
                    <a:lnL w="9525" cap="flat" cmpd="sng" algn="ctr">
                      <a:solidFill>
                        <a:srgbClr val="DAD6CC"/>
                      </a:solidFill>
                      <a:prstDash val="solid"/>
                      <a:round/>
                      <a:headEnd type="none" w="med" len="med"/>
                      <a:tailEnd type="none" w="med" len="med"/>
                    </a:lnL>
                    <a:lnR w="9525" cap="flat" cmpd="sng" algn="ctr">
                      <a:solidFill>
                        <a:srgbClr val="DAD6CC"/>
                      </a:solidFill>
                      <a:prstDash val="solid"/>
                      <a:round/>
                      <a:headEnd type="none" w="med" len="med"/>
                      <a:tailEnd type="none" w="med" len="med"/>
                    </a:lnR>
                    <a:lnT w="9525" cap="flat" cmpd="sng" algn="ctr">
                      <a:solidFill>
                        <a:srgbClr val="DAD6CC"/>
                      </a:solidFill>
                      <a:prstDash val="solid"/>
                      <a:round/>
                      <a:headEnd type="none" w="med" len="med"/>
                      <a:tailEnd type="none" w="med" len="med"/>
                    </a:lnT>
                    <a:lnB w="9525" cap="flat" cmpd="sng" algn="ctr">
                      <a:solidFill>
                        <a:srgbClr val="DAD6CC"/>
                      </a:solidFill>
                      <a:prstDash val="solid"/>
                      <a:round/>
                      <a:headEnd type="none" w="med" len="med"/>
                      <a:tailEnd type="none" w="med" len="med"/>
                    </a:lnB>
                    <a:solidFill>
                      <a:srgbClr val="FFFFFF"/>
                    </a:solidFill>
                  </a:tcPr>
                </a:tc>
              </a:tr>
            </a:tbl>
          </a:graphicData>
        </a:graphic>
      </p:graphicFrame>
      <p:sp>
        <p:nvSpPr>
          <p:cNvPr id="6" name="Text 2"/>
          <p:cNvSpPr txBox="1"/>
          <p:nvPr/>
        </p:nvSpPr>
        <p:spPr>
          <a:xfrm>
            <a:off x="640080" y="4937760"/>
            <a:ext cx="10908792" cy="822960"/>
          </a:xfrm>
          <a:prstGeom prst="rect">
            <a:avLst/>
          </a:prstGeom>
          <a:noFill/>
          <a:ln/>
        </p:spPr>
        <p:txBody>
          <a:bodyPr wrap="square" lIns="0" tIns="0" rIns="0" bIns="0" rtlCol="0" anchor="t"/>
          <a:lstStyle/>
          <a:p>
            <a:pPr indent="0" marL="0">
              <a:buNone/>
            </a:pPr>
            <a:r>
              <a:rPr lang="en-US" sz="1600" b="1" dirty="0">
                <a:solidFill>
                  <a:srgbClr val="12202B"/>
                </a:solidFill>
                <a:latin typeface="Calibri" pitchFamily="34" charset="0"/>
                <a:ea typeface="Calibri" pitchFamily="34" charset="-122"/>
                <a:cs typeface="Calibri" pitchFamily="34" charset="-120"/>
              </a:rPr>
              <a:t>Khó khăn đã xử lý: </a:t>
            </a:r>
            <a:pPr indent="0" marL="0">
              <a:buNone/>
            </a:pPr>
            <a:r>
              <a:rPr lang="en-US" sz="1600" dirty="0">
                <a:solidFill>
                  <a:srgbClr val="4A5866"/>
                </a:solidFill>
                <a:latin typeface="Calibri" pitchFamily="34" charset="0"/>
                <a:ea typeface="Calibri" pitchFamily="34" charset="-122"/>
                <a:cs typeface="Calibri" pitchFamily="34" charset="-120"/>
              </a:rPr>
              <a:t>không có Docker (dùng Postgres.app); cột timestamp lưu UTC nên driver bị lệch +7 giờ; /api/cancel cần CSRF 64 ký tự.</a:t>
            </a:r>
            <a:endParaRPr lang="en-US" sz="1600" dirty="0"/>
          </a:p>
        </p:txBody>
      </p:sp>
      <p:sp>
        <p:nvSpPr>
          <p:cNvPr id="7" name="Text 3"/>
          <p:cNvSpPr txBox="1"/>
          <p:nvPr/>
        </p:nvSpPr>
        <p:spPr>
          <a:xfrm>
            <a:off x="640080" y="6355080"/>
            <a:ext cx="10332720" cy="274320"/>
          </a:xfrm>
          <a:prstGeom prst="rect">
            <a:avLst/>
          </a:prstGeom>
          <a:noFill/>
          <a:ln/>
        </p:spPr>
        <p:txBody>
          <a:bodyPr wrap="square" lIns="0" tIns="0" rIns="0" bIns="0" rtlCol="0" anchor="ctr"/>
          <a:lstStyle/>
          <a:p>
            <a:pPr indent="0" marL="0">
              <a:buNone/>
            </a:pPr>
            <a:r>
              <a:rPr lang="en-US" sz="1200" dirty="0">
                <a:solidFill>
                  <a:srgbClr val="7A8592"/>
                </a:solidFill>
                <a:latin typeface="Calibri" pitchFamily="34" charset="0"/>
                <a:ea typeface="Calibri" pitchFamily="34" charset="-122"/>
                <a:cs typeface="Calibri" pitchFamily="34" charset="-120"/>
              </a:rPr>
              <a:t>Cài đặt từ máy sạch: README.md · demo: npm run demo:midterm</a:t>
            </a:r>
            <a:endParaRPr lang="en-US" sz="1200" dirty="0"/>
          </a:p>
        </p:txBody>
      </p:sp>
      <p:sp>
        <p:nvSpPr>
          <p:cNvPr id="25" name="Slide Number Placeholder 0"/>
          <p:cNvSpPr>
            <a:spLocks noGrp="1"/>
          </p:cNvSpPr>
          <p:nvPr>
            <p:ph type="sldNum" sz="quarter" idx="4294967295"/>
          </p:nvPr>
        </p:nvSpPr>
        <p:spPr>
          <a:xfrm>
            <a:off x="11155680" y="6355080"/>
            <a:ext cx="45720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7A8592"/>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640080" y="292608"/>
            <a:ext cx="10908792" cy="274320"/>
          </a:xfrm>
          <a:prstGeom prst="rect">
            <a:avLst/>
          </a:prstGeom>
          <a:noFill/>
          <a:ln/>
        </p:spPr>
        <p:txBody>
          <a:bodyPr wrap="square" lIns="0" tIns="0" rIns="0" bIns="0" rtlCol="0" anchor="ctr"/>
          <a:lstStyle/>
          <a:p>
            <a:pPr indent="0" marL="0">
              <a:buNone/>
            </a:pPr>
            <a:r>
              <a:rPr lang="en-US" sz="1300" b="1" spc="200" kern="0" dirty="0">
                <a:solidFill>
                  <a:srgbClr val="E07B39"/>
                </a:solidFill>
                <a:latin typeface="Consolas" pitchFamily="34" charset="0"/>
                <a:ea typeface="Consolas" pitchFamily="34" charset="-122"/>
                <a:cs typeface="Consolas" pitchFamily="34" charset="-120"/>
              </a:rPr>
              <a:t>05 · KẾ HOẠCH ÁP DỤNG K15</a:t>
            </a:r>
            <a:endParaRPr lang="en-US" sz="1300" dirty="0"/>
          </a:p>
        </p:txBody>
      </p:sp>
      <p:sp>
        <p:nvSpPr>
          <p:cNvPr id="3" name="Text 0"/>
          <p:cNvSpPr/>
          <p:nvPr>
            <p:ph idx="100" type="title" hasCustomPrompt="1"/>
          </p:nvPr>
        </p:nvSpPr>
        <p:spPr>
          <a:xfrm>
            <a:off x="640080" y="640080"/>
            <a:ext cx="10908792" cy="868680"/>
          </a:xfrm>
          <a:prstGeom prst="rect">
            <a:avLst/>
          </a:prstGeom>
          <a:noFill/>
          <a:ln/>
        </p:spPr>
        <p:txBody>
          <a:bodyPr wrap="square" lIns="0" tIns="0" rIns="0" bIns="0" rtlCol="0" anchor="t"/>
          <a:lstStyle/>
          <a:p>
            <a:pPr indent="0" marL="0">
              <a:buNone/>
            </a:pPr>
            <a:r>
              <a:rPr lang="en-US" sz="3400" b="1" dirty="0">
                <a:solidFill>
                  <a:srgbClr val="F4F2EC"/>
                </a:solidFill>
                <a:latin typeface="Calibri" pitchFamily="34" charset="0"/>
                <a:ea typeface="Calibri" pitchFamily="34" charset="-122"/>
                <a:cs typeface="Calibri" pitchFamily="34" charset="-120"/>
              </a:rPr>
              <a:t>Phạm vi, giả định và tiêu chí đánh giá</a:t>
            </a:r>
            <a:endParaRPr lang="en-US" sz="3400" dirty="0"/>
          </a:p>
        </p:txBody>
      </p:sp>
      <p:sp>
        <p:nvSpPr>
          <p:cNvPr id="4" name="Shape 2"/>
          <p:cNvSpPr/>
          <p:nvPr/>
        </p:nvSpPr>
        <p:spPr>
          <a:xfrm>
            <a:off x="640080" y="1691640"/>
            <a:ext cx="3422904" cy="4297680"/>
          </a:xfrm>
          <a:prstGeom prst="roundRect">
            <a:avLst>
              <a:gd name="adj" fmla="val 3206"/>
            </a:avLst>
          </a:prstGeom>
          <a:solidFill>
            <a:srgbClr val="1D3142"/>
          </a:solidFill>
          <a:ln w="12700">
            <a:solidFill>
              <a:srgbClr val="1D3142"/>
            </a:solidFill>
            <a:prstDash val="solid"/>
          </a:ln>
        </p:spPr>
      </p:sp>
      <p:sp>
        <p:nvSpPr>
          <p:cNvPr id="5" name="Text 3"/>
          <p:cNvSpPr txBox="1"/>
          <p:nvPr/>
        </p:nvSpPr>
        <p:spPr>
          <a:xfrm>
            <a:off x="914400" y="1874520"/>
            <a:ext cx="2874264" cy="365760"/>
          </a:xfrm>
          <a:prstGeom prst="rect">
            <a:avLst/>
          </a:prstGeom>
          <a:noFill/>
          <a:ln/>
        </p:spPr>
        <p:txBody>
          <a:bodyPr wrap="square" lIns="0" tIns="0" rIns="0" bIns="0" rtlCol="0" anchor="ctr"/>
          <a:lstStyle/>
          <a:p>
            <a:pPr indent="0" marL="0">
              <a:buNone/>
            </a:pPr>
            <a:r>
              <a:rPr lang="en-US" sz="1400" b="1" dirty="0">
                <a:solidFill>
                  <a:srgbClr val="E07B39"/>
                </a:solidFill>
                <a:latin typeface="Consolas" pitchFamily="34" charset="0"/>
                <a:ea typeface="Consolas" pitchFamily="34" charset="-122"/>
                <a:cs typeface="Consolas" pitchFamily="34" charset="-120"/>
              </a:rPr>
              <a:t>PHẠM VI</a:t>
            </a:r>
            <a:endParaRPr lang="en-US" sz="1400" dirty="0"/>
          </a:p>
        </p:txBody>
      </p:sp>
      <p:sp>
        <p:nvSpPr>
          <p:cNvPr id="6" name="Text 4"/>
          <p:cNvSpPr txBox="1"/>
          <p:nvPr/>
        </p:nvSpPr>
        <p:spPr>
          <a:xfrm>
            <a:off x="914400" y="2377440"/>
            <a:ext cx="2874264" cy="347472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rgbClr val="B8C6D2"/>
                </a:solidFill>
                <a:latin typeface="Calibri" pitchFamily="34" charset="0"/>
                <a:ea typeface="Calibri" pitchFamily="34" charset="-122"/>
                <a:cs typeface="Calibri" pitchFamily="34" charset="-120"/>
              </a:rPr>
              <a:t>Đặt lịch 1-1 và event có ghế</a:t>
            </a:r>
            <a:endParaRPr lang="en-US" sz="1500" dirty="0"/>
          </a:p>
          <a:p>
            <a:pPr marL="342900" indent="-342900">
              <a:spcAft>
                <a:spcPts val="800"/>
              </a:spcAft>
              <a:buSzPct val="100000"/>
              <a:buChar char="•"/>
            </a:pPr>
            <a:r>
              <a:rPr lang="en-US" sz="1500" dirty="0">
                <a:solidFill>
                  <a:srgbClr val="B8C6D2"/>
                </a:solidFill>
                <a:latin typeface="Calibri" pitchFamily="34" charset="0"/>
                <a:ea typeface="Calibri" pitchFamily="34" charset="-122"/>
                <a:cs typeface="Calibri" pitchFamily="34" charset="-120"/>
              </a:rPr>
              <a:t>Event cần xác nhận (PENDING)</a:t>
            </a:r>
            <a:endParaRPr lang="en-US" sz="1500" dirty="0"/>
          </a:p>
          <a:p>
            <a:pPr marL="342900" indent="-342900">
              <a:spcAft>
                <a:spcPts val="800"/>
              </a:spcAft>
              <a:buSzPct val="100000"/>
              <a:buChar char="•"/>
            </a:pPr>
            <a:r>
              <a:rPr lang="en-US" sz="1500" dirty="0">
                <a:solidFill>
                  <a:srgbClr val="B8C6D2"/>
                </a:solidFill>
                <a:latin typeface="Calibri" pitchFamily="34" charset="0"/>
                <a:ea typeface="Calibri" pitchFamily="34" charset="-122"/>
                <a:cs typeface="Calibri" pitchFamily="34" charset="-120"/>
              </a:rPr>
              <a:t>Đổi lịch, hủy lịch</a:t>
            </a:r>
            <a:endParaRPr lang="en-US" sz="1500" dirty="0"/>
          </a:p>
          <a:p>
            <a:pPr marL="342900" indent="-342900">
              <a:spcAft>
                <a:spcPts val="800"/>
              </a:spcAft>
              <a:buSzPct val="100000"/>
              <a:buChar char="•"/>
            </a:pPr>
            <a:r>
              <a:rPr lang="en-US" sz="1500" dirty="0">
                <a:solidFill>
                  <a:srgbClr val="B8C6D2"/>
                </a:solidFill>
                <a:latin typeface="Calibri" pitchFamily="34" charset="0"/>
                <a:ea typeface="Calibri" pitchFamily="34" charset="-122"/>
                <a:cs typeface="Calibri" pitchFamily="34" charset="-120"/>
              </a:rPr>
              <a:t>Giới hạn số booking/ngày</a:t>
            </a:r>
            <a:endParaRPr lang="en-US" sz="1500" dirty="0"/>
          </a:p>
          <a:p>
            <a:pPr marL="342900" indent="-342900">
              <a:spcAft>
                <a:spcPts val="800"/>
              </a:spcAft>
              <a:buSzPct val="100000"/>
              <a:buChar char="•"/>
            </a:pPr>
            <a:r>
              <a:rPr lang="en-US" sz="1500" dirty="0">
                <a:solidFill>
                  <a:srgbClr val="B8C6D2"/>
                </a:solidFill>
                <a:latin typeface="Calibri" pitchFamily="34" charset="0"/>
                <a:ea typeface="Calibri" pitchFamily="34" charset="-122"/>
                <a:cs typeface="Calibri" pitchFamily="34" charset="-120"/>
              </a:rPr>
              <a:t>Ngoài phạm vi: lịch ngoài, thanh toán, team, API v2</a:t>
            </a:r>
            <a:endParaRPr lang="en-US" sz="1500" dirty="0"/>
          </a:p>
        </p:txBody>
      </p:sp>
      <p:sp>
        <p:nvSpPr>
          <p:cNvPr id="7" name="Shape 5"/>
          <p:cNvSpPr/>
          <p:nvPr/>
        </p:nvSpPr>
        <p:spPr>
          <a:xfrm>
            <a:off x="4383024" y="1691640"/>
            <a:ext cx="3422904" cy="4297680"/>
          </a:xfrm>
          <a:prstGeom prst="roundRect">
            <a:avLst>
              <a:gd name="adj" fmla="val 3206"/>
            </a:avLst>
          </a:prstGeom>
          <a:solidFill>
            <a:srgbClr val="1D3142"/>
          </a:solidFill>
          <a:ln w="12700">
            <a:solidFill>
              <a:srgbClr val="1D3142"/>
            </a:solidFill>
            <a:prstDash val="solid"/>
          </a:ln>
        </p:spPr>
      </p:sp>
      <p:sp>
        <p:nvSpPr>
          <p:cNvPr id="8" name="Text 6"/>
          <p:cNvSpPr txBox="1"/>
          <p:nvPr/>
        </p:nvSpPr>
        <p:spPr>
          <a:xfrm>
            <a:off x="4657344" y="1874520"/>
            <a:ext cx="2874264" cy="365760"/>
          </a:xfrm>
          <a:prstGeom prst="rect">
            <a:avLst/>
          </a:prstGeom>
          <a:noFill/>
          <a:ln/>
        </p:spPr>
        <p:txBody>
          <a:bodyPr wrap="square" lIns="0" tIns="0" rIns="0" bIns="0" rtlCol="0" anchor="ctr"/>
          <a:lstStyle/>
          <a:p>
            <a:pPr indent="0" marL="0">
              <a:buNone/>
            </a:pPr>
            <a:r>
              <a:rPr lang="en-US" sz="1400" b="1" dirty="0">
                <a:solidFill>
                  <a:srgbClr val="7FB0FF"/>
                </a:solidFill>
                <a:latin typeface="Consolas" pitchFamily="34" charset="0"/>
                <a:ea typeface="Consolas" pitchFamily="34" charset="-122"/>
                <a:cs typeface="Consolas" pitchFamily="34" charset="-120"/>
              </a:rPr>
              <a:t>GIẢ ĐỊNH</a:t>
            </a:r>
            <a:endParaRPr lang="en-US" sz="1400" dirty="0"/>
          </a:p>
        </p:txBody>
      </p:sp>
      <p:sp>
        <p:nvSpPr>
          <p:cNvPr id="9" name="Text 7"/>
          <p:cNvSpPr txBox="1"/>
          <p:nvPr/>
        </p:nvSpPr>
        <p:spPr>
          <a:xfrm>
            <a:off x="4657344" y="2377440"/>
            <a:ext cx="2874264" cy="347472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rgbClr val="B8C6D2"/>
                </a:solidFill>
                <a:latin typeface="Calibri" pitchFamily="34" charset="0"/>
                <a:ea typeface="Calibri" pitchFamily="34" charset="-122"/>
                <a:cs typeface="Calibri" pitchFamily="34" charset="-120"/>
              </a:rPr>
              <a:t>Một instance, một PostgreSQL, chạy local</a:t>
            </a:r>
            <a:endParaRPr lang="en-US" sz="1500" dirty="0"/>
          </a:p>
          <a:p>
            <a:pPr marL="342900" indent="-342900">
              <a:spcAft>
                <a:spcPts val="800"/>
              </a:spcAft>
              <a:buSzPct val="100000"/>
              <a:buChar char="•"/>
            </a:pPr>
            <a:r>
              <a:rPr lang="en-US" sz="1500" dirty="0">
                <a:solidFill>
                  <a:srgbClr val="B8C6D2"/>
                </a:solidFill>
                <a:latin typeface="Calibri" pitchFamily="34" charset="0"/>
                <a:ea typeface="Calibri" pitchFamily="34" charset="-122"/>
                <a:cs typeface="Calibri" pitchFamily="34" charset="-120"/>
              </a:rPr>
              <a:t>Chạy yarn dev; production có thể rộng cửa sổ hơn</a:t>
            </a:r>
            <a:endParaRPr lang="en-US" sz="1500" dirty="0"/>
          </a:p>
          <a:p>
            <a:pPr marL="342900" indent="-342900">
              <a:spcAft>
                <a:spcPts val="800"/>
              </a:spcAft>
              <a:buSzPct val="100000"/>
              <a:buChar char="•"/>
            </a:pPr>
            <a:r>
              <a:rPr lang="en-US" sz="1500" dirty="0">
                <a:solidFill>
                  <a:srgbClr val="B8C6D2"/>
                </a:solidFill>
                <a:latin typeface="Calibri" pitchFamily="34" charset="0"/>
                <a:ea typeface="Calibri" pitchFamily="34" charset="-122"/>
                <a:cs typeface="Calibri" pitchFamily="34" charset="-120"/>
              </a:rPr>
              <a:t>Host không nối lịch ngoài</a:t>
            </a:r>
            <a:endParaRPr lang="en-US" sz="1500" dirty="0"/>
          </a:p>
          <a:p>
            <a:pPr marL="342900" indent="-342900">
              <a:spcAft>
                <a:spcPts val="800"/>
              </a:spcAft>
              <a:buSzPct val="100000"/>
              <a:buChar char="•"/>
            </a:pPr>
            <a:r>
              <a:rPr lang="en-US" sz="1500" dirty="0">
                <a:solidFill>
                  <a:srgbClr val="B8C6D2"/>
                </a:solidFill>
                <a:latin typeface="Calibri" pitchFamily="34" charset="0"/>
                <a:ea typeface="Calibri" pitchFamily="34" charset="-122"/>
                <a:cs typeface="Calibri" pitchFamily="34" charset="-120"/>
              </a:rPr>
              <a:t>Rate limit tắt</a:t>
            </a:r>
            <a:endParaRPr lang="en-US" sz="1500" dirty="0"/>
          </a:p>
          <a:p>
            <a:pPr marL="342900" indent="-342900">
              <a:spcAft>
                <a:spcPts val="800"/>
              </a:spcAft>
              <a:buSzPct val="100000"/>
              <a:buChar char="•"/>
            </a:pPr>
            <a:r>
              <a:rPr lang="en-US" sz="1500" dirty="0">
                <a:solidFill>
                  <a:srgbClr val="B8C6D2"/>
                </a:solidFill>
                <a:latin typeface="Calibri" pitchFamily="34" charset="0"/>
                <a:ea typeface="Calibri" pitchFamily="34" charset="-122"/>
                <a:cs typeface="Calibri" pitchFamily="34" charset="-120"/>
              </a:rPr>
              <a:t>Mỗi vòng dùng một ngày riêng</a:t>
            </a:r>
            <a:endParaRPr lang="en-US" sz="1500" dirty="0"/>
          </a:p>
        </p:txBody>
      </p:sp>
      <p:sp>
        <p:nvSpPr>
          <p:cNvPr id="10" name="Shape 8"/>
          <p:cNvSpPr/>
          <p:nvPr/>
        </p:nvSpPr>
        <p:spPr>
          <a:xfrm>
            <a:off x="8125968" y="1691640"/>
            <a:ext cx="3422904" cy="4297680"/>
          </a:xfrm>
          <a:prstGeom prst="roundRect">
            <a:avLst>
              <a:gd name="adj" fmla="val 3206"/>
            </a:avLst>
          </a:prstGeom>
          <a:solidFill>
            <a:srgbClr val="1D3142"/>
          </a:solidFill>
          <a:ln w="12700">
            <a:solidFill>
              <a:srgbClr val="1D3142"/>
            </a:solidFill>
            <a:prstDash val="solid"/>
          </a:ln>
        </p:spPr>
      </p:sp>
      <p:sp>
        <p:nvSpPr>
          <p:cNvPr id="11" name="Text 9"/>
          <p:cNvSpPr txBox="1"/>
          <p:nvPr/>
        </p:nvSpPr>
        <p:spPr>
          <a:xfrm>
            <a:off x="8400288" y="1874520"/>
            <a:ext cx="2874264" cy="365760"/>
          </a:xfrm>
          <a:prstGeom prst="rect">
            <a:avLst/>
          </a:prstGeom>
          <a:noFill/>
          <a:ln/>
        </p:spPr>
        <p:txBody>
          <a:bodyPr wrap="square" lIns="0" tIns="0" rIns="0" bIns="0" rtlCol="0" anchor="ctr"/>
          <a:lstStyle/>
          <a:p>
            <a:pPr indent="0" marL="0">
              <a:buNone/>
            </a:pPr>
            <a:r>
              <a:rPr lang="en-US" sz="1400" b="1" dirty="0">
                <a:solidFill>
                  <a:srgbClr val="E07B39"/>
                </a:solidFill>
                <a:latin typeface="Consolas" pitchFamily="34" charset="0"/>
                <a:ea typeface="Consolas" pitchFamily="34" charset="-122"/>
                <a:cs typeface="Consolas" pitchFamily="34" charset="-120"/>
              </a:rPr>
              <a:t>TIÊU CHÍ PASS / FAIL</a:t>
            </a:r>
            <a:endParaRPr lang="en-US" sz="1400" dirty="0"/>
          </a:p>
        </p:txBody>
      </p:sp>
      <p:sp>
        <p:nvSpPr>
          <p:cNvPr id="12" name="Text 10"/>
          <p:cNvSpPr txBox="1"/>
          <p:nvPr/>
        </p:nvSpPr>
        <p:spPr>
          <a:xfrm>
            <a:off x="8400288" y="2377440"/>
            <a:ext cx="2874264" cy="347472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rgbClr val="B8C6D2"/>
                </a:solidFill>
                <a:latin typeface="Calibri" pitchFamily="34" charset="0"/>
                <a:ea typeface="Calibri" pitchFamily="34" charset="-122"/>
                <a:cs typeface="Calibri" pitchFamily="34" charset="-120"/>
              </a:rPr>
              <a:t>Oracle là invariant trong CSDL, không phải mã HTTP</a:t>
            </a:r>
            <a:endParaRPr lang="en-US" sz="1500" dirty="0"/>
          </a:p>
          <a:p>
            <a:pPr marL="342900" indent="-342900">
              <a:spcAft>
                <a:spcPts val="800"/>
              </a:spcAft>
              <a:buSzPct val="100000"/>
              <a:buChar char="•"/>
            </a:pPr>
            <a:r>
              <a:rPr lang="en-US" sz="1500" dirty="0">
                <a:solidFill>
                  <a:srgbClr val="B8C6D2"/>
                </a:solidFill>
                <a:latin typeface="Calibri" pitchFamily="34" charset="0"/>
                <a:ea typeface="Calibri" pitchFamily="34" charset="-122"/>
                <a:cs typeface="Calibri" pitchFamily="34" charset="-120"/>
              </a:rPr>
              <a:t>I1: host không có 2 booking chồng giờ</a:t>
            </a:r>
            <a:endParaRPr lang="en-US" sz="1500" dirty="0"/>
          </a:p>
          <a:p>
            <a:pPr marL="342900" indent="-342900">
              <a:spcAft>
                <a:spcPts val="800"/>
              </a:spcAft>
              <a:buSzPct val="100000"/>
              <a:buChar char="•"/>
            </a:pPr>
            <a:r>
              <a:rPr lang="en-US" sz="1500" dirty="0">
                <a:solidFill>
                  <a:srgbClr val="B8C6D2"/>
                </a:solidFill>
                <a:latin typeface="Calibri" pitchFamily="34" charset="0"/>
                <a:ea typeface="Calibri" pitchFamily="34" charset="-122"/>
                <a:cs typeface="Calibri" pitchFamily="34" charset="-120"/>
              </a:rPr>
              <a:t>I2: không vượt số ghế</a:t>
            </a:r>
            <a:endParaRPr lang="en-US" sz="1500" dirty="0"/>
          </a:p>
          <a:p>
            <a:pPr marL="342900" indent="-342900">
              <a:spcAft>
                <a:spcPts val="800"/>
              </a:spcAft>
              <a:buSzPct val="100000"/>
              <a:buChar char="•"/>
            </a:pPr>
            <a:r>
              <a:rPr lang="en-US" sz="1500" dirty="0">
                <a:solidFill>
                  <a:srgbClr val="B8C6D2"/>
                </a:solidFill>
                <a:latin typeface="Calibri" pitchFamily="34" charset="0"/>
                <a:ea typeface="Calibri" pitchFamily="34" charset="-122"/>
                <a:cs typeface="Calibri" pitchFamily="34" charset="-120"/>
              </a:rPr>
              <a:t>I4–I6: đổi lịch, hủy, giới hạn</a:t>
            </a:r>
            <a:endParaRPr lang="en-US" sz="1500" dirty="0"/>
          </a:p>
          <a:p>
            <a:pPr marL="342900" indent="-342900">
              <a:spcAft>
                <a:spcPts val="800"/>
              </a:spcAft>
              <a:buSzPct val="100000"/>
              <a:buChar char="•"/>
            </a:pPr>
            <a:r>
              <a:rPr lang="en-US" sz="1500" dirty="0">
                <a:solidFill>
                  <a:srgbClr val="B8C6D2"/>
                </a:solidFill>
                <a:latin typeface="Calibri" pitchFamily="34" charset="0"/>
                <a:ea typeface="Calibri" pitchFamily="34" charset="-122"/>
                <a:cs typeface="Calibri" pitchFamily="34" charset="-120"/>
              </a:rPr>
              <a:t>FAIL khi 1 vòng vi phạm; so với nhóm đối chứng tuần tự</a:t>
            </a:r>
            <a:endParaRPr lang="en-US" sz="1500" dirty="0"/>
          </a:p>
        </p:txBody>
      </p:sp>
      <p:sp>
        <p:nvSpPr>
          <p:cNvPr id="13" name="Text 11"/>
          <p:cNvSpPr txBox="1"/>
          <p:nvPr/>
        </p:nvSpPr>
        <p:spPr>
          <a:xfrm>
            <a:off x="640080" y="6355080"/>
            <a:ext cx="10332720" cy="274320"/>
          </a:xfrm>
          <a:prstGeom prst="rect">
            <a:avLst/>
          </a:prstGeom>
          <a:noFill/>
          <a:ln/>
        </p:spPr>
        <p:txBody>
          <a:bodyPr wrap="square" lIns="0" tIns="0" rIns="0" bIns="0" rtlCol="0" anchor="ctr"/>
          <a:lstStyle/>
          <a:p>
            <a:pPr indent="0" marL="0">
              <a:buNone/>
            </a:pPr>
            <a:r>
              <a:rPr lang="en-US" sz="1200" dirty="0">
                <a:solidFill>
                  <a:srgbClr val="8C9AA8"/>
                </a:solidFill>
                <a:latin typeface="Calibri" pitchFamily="34" charset="0"/>
                <a:ea typeface="Calibri" pitchFamily="34" charset="-122"/>
                <a:cs typeface="Calibri" pitchFamily="34" charset="-120"/>
              </a:rPr>
              <a:t>Chi tiết: BAO_CAO.md phần D, E</a:t>
            </a:r>
            <a:endParaRPr lang="en-US" sz="1200" dirty="0"/>
          </a:p>
        </p:txBody>
      </p:sp>
      <p:sp>
        <p:nvSpPr>
          <p:cNvPr id="25" name="Slide Number Placeholder 0"/>
          <p:cNvSpPr>
            <a:spLocks noGrp="1"/>
          </p:cNvSpPr>
          <p:nvPr>
            <p:ph type="sldNum" sz="quarter" idx="4294967295"/>
          </p:nvPr>
        </p:nvSpPr>
        <p:spPr>
          <a:xfrm>
            <a:off x="11155680" y="6355080"/>
            <a:ext cx="45720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8C9AA8"/>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640080" y="292608"/>
            <a:ext cx="10908792" cy="274320"/>
          </a:xfrm>
          <a:prstGeom prst="rect">
            <a:avLst/>
          </a:prstGeom>
          <a:noFill/>
          <a:ln/>
        </p:spPr>
        <p:txBody>
          <a:bodyPr wrap="square" lIns="0" tIns="0" rIns="0" bIns="0" rtlCol="0" anchor="ctr"/>
          <a:lstStyle/>
          <a:p>
            <a:pPr indent="0" marL="0">
              <a:buNone/>
            </a:pPr>
            <a:r>
              <a:rPr lang="en-US" sz="1300" b="1" spc="200" kern="0" dirty="0">
                <a:solidFill>
                  <a:srgbClr val="B4531A"/>
                </a:solidFill>
                <a:latin typeface="Consolas" pitchFamily="34" charset="0"/>
                <a:ea typeface="Consolas" pitchFamily="34" charset="-122"/>
                <a:cs typeface="Consolas" pitchFamily="34" charset="-120"/>
              </a:rPr>
              <a:t>06 · KẾT QUẢ THỬ NGHIỆM ĐẦU TIÊN</a:t>
            </a:r>
            <a:endParaRPr lang="en-US" sz="1300" dirty="0"/>
          </a:p>
        </p:txBody>
      </p:sp>
      <p:sp>
        <p:nvSpPr>
          <p:cNvPr id="3" name="Text 0"/>
          <p:cNvSpPr/>
          <p:nvPr>
            <p:ph idx="100" type="title" hasCustomPrompt="1"/>
          </p:nvPr>
        </p:nvSpPr>
        <p:spPr>
          <a:xfrm>
            <a:off x="640080" y="640080"/>
            <a:ext cx="10908792" cy="868680"/>
          </a:xfrm>
          <a:prstGeom prst="rect">
            <a:avLst/>
          </a:prstGeom>
          <a:noFill/>
          <a:ln/>
        </p:spPr>
        <p:txBody>
          <a:bodyPr wrap="square" lIns="0" tIns="0" rIns="0" bIns="0" rtlCol="0" anchor="t"/>
          <a:lstStyle/>
          <a:p>
            <a:pPr indent="0" marL="0">
              <a:buNone/>
            </a:pPr>
            <a:r>
              <a:rPr lang="en-US" sz="3400" b="1" dirty="0">
                <a:solidFill>
                  <a:srgbClr val="12202B"/>
                </a:solidFill>
                <a:latin typeface="Calibri" pitchFamily="34" charset="0"/>
                <a:ea typeface="Calibri" pitchFamily="34" charset="-122"/>
                <a:cs typeface="Calibri" pitchFamily="34" charset="-120"/>
              </a:rPr>
              <a:t>Một cơ chế bảo vệ hoạt động, một cơ chế thì không</a:t>
            </a:r>
            <a:endParaRPr lang="en-US" sz="34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640080" y="1691640"/>
          <a:ext cx="10908792" cy="914400"/>
        </p:xfrm>
        <a:graphic>
          <a:graphicData uri="http://schemas.openxmlformats.org/drawingml/2006/table">
            <a:tbl>
              <a:tblPr/>
              <a:tblGrid>
                <a:gridCol w="3383280"/>
                <a:gridCol w="2926080"/>
                <a:gridCol w="1828800"/>
                <a:gridCol w="2770632"/>
              </a:tblGrid>
              <a:tr h="566928">
                <a:tc>
                  <a:txBody>
                    <a:bodyPr/>
                    <a:lstStyle/>
                    <a:p>
                      <a:pPr indent="0" marL="0">
                        <a:buNone/>
                      </a:pPr>
                      <a:r>
                        <a:rPr lang="en-US" sz="1500" b="1" dirty="0">
                          <a:solidFill>
                            <a:srgbClr val="12202B"/>
                          </a:solidFill>
                          <a:latin typeface="Calibri" pitchFamily="34" charset="0"/>
                          <a:ea typeface="Calibri" pitchFamily="34" charset="-122"/>
                          <a:cs typeface="Calibri" pitchFamily="34" charset="-120"/>
                        </a:rPr>
                        <a:t>Thử nghiệm</a:t>
                      </a:r>
                      <a:endParaRPr lang="en-US" sz="1500" dirty="0">
                        <a:latin typeface="Calibri" charset="0"/>
                        <a:ea typeface="Calibri" charset="0"/>
                        <a:cs typeface="Calibri" charset="0"/>
                      </a:endParaRPr>
                    </a:p>
                  </a:txBody>
                  <a:tcPr marL="91440" marR="91440" marT="36576" marB="36576" anchor="ctr">
                    <a:lnL w="9525" cap="flat" cmpd="sng" algn="ctr">
                      <a:solidFill>
                        <a:srgbClr val="DAD6CC"/>
                      </a:solidFill>
                      <a:prstDash val="solid"/>
                      <a:round/>
                      <a:headEnd type="none" w="med" len="med"/>
                      <a:tailEnd type="none" w="med" len="med"/>
                    </a:lnL>
                    <a:lnR w="9525" cap="flat" cmpd="sng" algn="ctr">
                      <a:solidFill>
                        <a:srgbClr val="DAD6CC"/>
                      </a:solidFill>
                      <a:prstDash val="solid"/>
                      <a:round/>
                      <a:headEnd type="none" w="med" len="med"/>
                      <a:tailEnd type="none" w="med" len="med"/>
                    </a:lnR>
                    <a:lnT w="9525" cap="flat" cmpd="sng" algn="ctr">
                      <a:solidFill>
                        <a:srgbClr val="DAD6CC"/>
                      </a:solidFill>
                      <a:prstDash val="solid"/>
                      <a:round/>
                      <a:headEnd type="none" w="med" len="med"/>
                      <a:tailEnd type="none" w="med" len="med"/>
                    </a:lnT>
                    <a:lnB w="9525" cap="flat" cmpd="sng" algn="ctr">
                      <a:solidFill>
                        <a:srgbClr val="DAD6CC"/>
                      </a:solidFill>
                      <a:prstDash val="solid"/>
                      <a:round/>
                      <a:headEnd type="none" w="med" len="med"/>
                      <a:tailEnd type="none" w="med" len="med"/>
                    </a:lnB>
                    <a:solidFill>
                      <a:srgbClr val="E6E2D6"/>
                    </a:solidFill>
                  </a:tcPr>
                </a:tc>
                <a:tc>
                  <a:txBody>
                    <a:bodyPr/>
                    <a:lstStyle/>
                    <a:p>
                      <a:pPr indent="0" marL="0">
                        <a:buNone/>
                      </a:pPr>
                      <a:r>
                        <a:rPr lang="en-US" sz="1500" b="1" dirty="0">
                          <a:solidFill>
                            <a:srgbClr val="12202B"/>
                          </a:solidFill>
                          <a:latin typeface="Calibri" pitchFamily="34" charset="0"/>
                          <a:ea typeface="Calibri" pitchFamily="34" charset="-122"/>
                          <a:cs typeface="Calibri" pitchFamily="34" charset="-120"/>
                        </a:rPr>
                        <a:t>10 request đồng thời</a:t>
                      </a:r>
                      <a:endParaRPr lang="en-US" sz="1500" dirty="0">
                        <a:latin typeface="Calibri" charset="0"/>
                        <a:ea typeface="Calibri" charset="0"/>
                        <a:cs typeface="Calibri" charset="0"/>
                      </a:endParaRPr>
                    </a:p>
                  </a:txBody>
                  <a:tcPr marL="91440" marR="91440" marT="36576" marB="36576" anchor="ctr">
                    <a:lnL w="9525" cap="flat" cmpd="sng" algn="ctr">
                      <a:solidFill>
                        <a:srgbClr val="DAD6CC"/>
                      </a:solidFill>
                      <a:prstDash val="solid"/>
                      <a:round/>
                      <a:headEnd type="none" w="med" len="med"/>
                      <a:tailEnd type="none" w="med" len="med"/>
                    </a:lnL>
                    <a:lnR w="9525" cap="flat" cmpd="sng" algn="ctr">
                      <a:solidFill>
                        <a:srgbClr val="DAD6CC"/>
                      </a:solidFill>
                      <a:prstDash val="solid"/>
                      <a:round/>
                      <a:headEnd type="none" w="med" len="med"/>
                      <a:tailEnd type="none" w="med" len="med"/>
                    </a:lnR>
                    <a:lnT w="9525" cap="flat" cmpd="sng" algn="ctr">
                      <a:solidFill>
                        <a:srgbClr val="DAD6CC"/>
                      </a:solidFill>
                      <a:prstDash val="solid"/>
                      <a:round/>
                      <a:headEnd type="none" w="med" len="med"/>
                      <a:tailEnd type="none" w="med" len="med"/>
                    </a:lnT>
                    <a:lnB w="9525" cap="flat" cmpd="sng" algn="ctr">
                      <a:solidFill>
                        <a:srgbClr val="DAD6CC"/>
                      </a:solidFill>
                      <a:prstDash val="solid"/>
                      <a:round/>
                      <a:headEnd type="none" w="med" len="med"/>
                      <a:tailEnd type="none" w="med" len="med"/>
                    </a:lnB>
                    <a:solidFill>
                      <a:srgbClr val="E6E2D6"/>
                    </a:solidFill>
                  </a:tcPr>
                </a:tc>
                <a:tc>
                  <a:txBody>
                    <a:bodyPr/>
                    <a:lstStyle/>
                    <a:p>
                      <a:pPr indent="0" marL="0">
                        <a:buNone/>
                      </a:pPr>
                      <a:r>
                        <a:rPr lang="en-US" sz="1500" b="1" dirty="0">
                          <a:solidFill>
                            <a:srgbClr val="12202B"/>
                          </a:solidFill>
                          <a:latin typeface="Calibri" pitchFamily="34" charset="0"/>
                          <a:ea typeface="Calibri" pitchFamily="34" charset="-122"/>
                          <a:cs typeface="Calibri" pitchFamily="34" charset="-120"/>
                        </a:rPr>
                        <a:t>Gửi tuần tự</a:t>
                      </a:r>
                      <a:endParaRPr lang="en-US" sz="1500" dirty="0">
                        <a:latin typeface="Calibri" charset="0"/>
                        <a:ea typeface="Calibri" charset="0"/>
                        <a:cs typeface="Calibri" charset="0"/>
                      </a:endParaRPr>
                    </a:p>
                  </a:txBody>
                  <a:tcPr marL="91440" marR="91440" marT="36576" marB="36576" anchor="ctr">
                    <a:lnL w="9525" cap="flat" cmpd="sng" algn="ctr">
                      <a:solidFill>
                        <a:srgbClr val="DAD6CC"/>
                      </a:solidFill>
                      <a:prstDash val="solid"/>
                      <a:round/>
                      <a:headEnd type="none" w="med" len="med"/>
                      <a:tailEnd type="none" w="med" len="med"/>
                    </a:lnL>
                    <a:lnR w="9525" cap="flat" cmpd="sng" algn="ctr">
                      <a:solidFill>
                        <a:srgbClr val="DAD6CC"/>
                      </a:solidFill>
                      <a:prstDash val="solid"/>
                      <a:round/>
                      <a:headEnd type="none" w="med" len="med"/>
                      <a:tailEnd type="none" w="med" len="med"/>
                    </a:lnR>
                    <a:lnT w="9525" cap="flat" cmpd="sng" algn="ctr">
                      <a:solidFill>
                        <a:srgbClr val="DAD6CC"/>
                      </a:solidFill>
                      <a:prstDash val="solid"/>
                      <a:round/>
                      <a:headEnd type="none" w="med" len="med"/>
                      <a:tailEnd type="none" w="med" len="med"/>
                    </a:lnT>
                    <a:lnB w="9525" cap="flat" cmpd="sng" algn="ctr">
                      <a:solidFill>
                        <a:srgbClr val="DAD6CC"/>
                      </a:solidFill>
                      <a:prstDash val="solid"/>
                      <a:round/>
                      <a:headEnd type="none" w="med" len="med"/>
                      <a:tailEnd type="none" w="med" len="med"/>
                    </a:lnB>
                    <a:solidFill>
                      <a:srgbClr val="E6E2D6"/>
                    </a:solidFill>
                  </a:tcPr>
                </a:tc>
                <a:tc>
                  <a:txBody>
                    <a:bodyPr/>
                    <a:lstStyle/>
                    <a:p>
                      <a:pPr indent="0" marL="0">
                        <a:buNone/>
                      </a:pPr>
                      <a:r>
                        <a:rPr lang="en-US" sz="1500" b="1" dirty="0">
                          <a:solidFill>
                            <a:srgbClr val="12202B"/>
                          </a:solidFill>
                          <a:latin typeface="Calibri" pitchFamily="34" charset="0"/>
                          <a:ea typeface="Calibri" pitchFamily="34" charset="-122"/>
                          <a:cs typeface="Calibri" pitchFamily="34" charset="-120"/>
                        </a:rPr>
                        <a:t>Trong CSDL</a:t>
                      </a:r>
                      <a:endParaRPr lang="en-US" sz="1500" dirty="0">
                        <a:latin typeface="Calibri" charset="0"/>
                        <a:ea typeface="Calibri" charset="0"/>
                        <a:cs typeface="Calibri" charset="0"/>
                      </a:endParaRPr>
                    </a:p>
                  </a:txBody>
                  <a:tcPr marL="91440" marR="91440" marT="36576" marB="36576" anchor="ctr">
                    <a:lnL w="9525" cap="flat" cmpd="sng" algn="ctr">
                      <a:solidFill>
                        <a:srgbClr val="DAD6CC"/>
                      </a:solidFill>
                      <a:prstDash val="solid"/>
                      <a:round/>
                      <a:headEnd type="none" w="med" len="med"/>
                      <a:tailEnd type="none" w="med" len="med"/>
                    </a:lnL>
                    <a:lnR w="9525" cap="flat" cmpd="sng" algn="ctr">
                      <a:solidFill>
                        <a:srgbClr val="DAD6CC"/>
                      </a:solidFill>
                      <a:prstDash val="solid"/>
                      <a:round/>
                      <a:headEnd type="none" w="med" len="med"/>
                      <a:tailEnd type="none" w="med" len="med"/>
                    </a:lnR>
                    <a:lnT w="9525" cap="flat" cmpd="sng" algn="ctr">
                      <a:solidFill>
                        <a:srgbClr val="DAD6CC"/>
                      </a:solidFill>
                      <a:prstDash val="solid"/>
                      <a:round/>
                      <a:headEnd type="none" w="med" len="med"/>
                      <a:tailEnd type="none" w="med" len="med"/>
                    </a:lnT>
                    <a:lnB w="9525" cap="flat" cmpd="sng" algn="ctr">
                      <a:solidFill>
                        <a:srgbClr val="DAD6CC"/>
                      </a:solidFill>
                      <a:prstDash val="solid"/>
                      <a:round/>
                      <a:headEnd type="none" w="med" len="med"/>
                      <a:tailEnd type="none" w="med" len="med"/>
                    </a:lnB>
                    <a:solidFill>
                      <a:srgbClr val="E6E2D6"/>
                    </a:solidFill>
                  </a:tcPr>
                </a:tc>
              </a:tr>
              <a:tr h="566928">
                <a:tc>
                  <a:txBody>
                    <a:bodyPr/>
                    <a:lstStyle/>
                    <a:p>
                      <a:pPr indent="0" marL="0">
                        <a:buNone/>
                      </a:pPr>
                      <a:r>
                        <a:rPr lang="en-US" sz="1500" dirty="0">
                          <a:solidFill>
                            <a:srgbClr val="12202B"/>
                          </a:solidFill>
                          <a:latin typeface="Calibri" pitchFamily="34" charset="0"/>
                          <a:ea typeface="Calibri" pitchFamily="34" charset="-122"/>
                          <a:cs typeface="Calibri" pitchFamily="34" charset="-120"/>
                        </a:rPr>
                        <a:t>S1 · cùng một slot</a:t>
                      </a:r>
                      <a:endParaRPr lang="en-US" sz="1500" dirty="0">
                        <a:latin typeface="Calibri" charset="0"/>
                        <a:ea typeface="Calibri" charset="0"/>
                        <a:cs typeface="Calibri" charset="0"/>
                      </a:endParaRPr>
                    </a:p>
                  </a:txBody>
                  <a:tcPr marL="91440" marR="91440" marT="36576" marB="36576" anchor="ctr">
                    <a:lnL w="9525" cap="flat" cmpd="sng" algn="ctr">
                      <a:solidFill>
                        <a:srgbClr val="DAD6CC"/>
                      </a:solidFill>
                      <a:prstDash val="solid"/>
                      <a:round/>
                      <a:headEnd type="none" w="med" len="med"/>
                      <a:tailEnd type="none" w="med" len="med"/>
                    </a:lnL>
                    <a:lnR w="9525" cap="flat" cmpd="sng" algn="ctr">
                      <a:solidFill>
                        <a:srgbClr val="DAD6CC"/>
                      </a:solidFill>
                      <a:prstDash val="solid"/>
                      <a:round/>
                      <a:headEnd type="none" w="med" len="med"/>
                      <a:tailEnd type="none" w="med" len="med"/>
                    </a:lnR>
                    <a:lnT w="9525" cap="flat" cmpd="sng" algn="ctr">
                      <a:solidFill>
                        <a:srgbClr val="DAD6CC"/>
                      </a:solidFill>
                      <a:prstDash val="solid"/>
                      <a:round/>
                      <a:headEnd type="none" w="med" len="med"/>
                      <a:tailEnd type="none" w="med" len="med"/>
                    </a:lnT>
                    <a:lnB w="9525" cap="flat" cmpd="sng" algn="ctr">
                      <a:solidFill>
                        <a:srgbClr val="DAD6CC"/>
                      </a:solidFill>
                      <a:prstDash val="solid"/>
                      <a:round/>
                      <a:headEnd type="none" w="med" len="med"/>
                      <a:tailEnd type="none" w="med" len="med"/>
                    </a:lnB>
                    <a:solidFill>
                      <a:srgbClr val="FFFFFF"/>
                    </a:solidFill>
                  </a:tcPr>
                </a:tc>
                <a:tc>
                  <a:txBody>
                    <a:bodyPr/>
                    <a:lstStyle/>
                    <a:p>
                      <a:pPr indent="0" marL="0">
                        <a:buNone/>
                      </a:pPr>
                      <a:r>
                        <a:rPr lang="en-US" sz="1500" dirty="0">
                          <a:solidFill>
                            <a:srgbClr val="12202B"/>
                          </a:solidFill>
                          <a:latin typeface="Calibri" pitchFamily="34" charset="0"/>
                          <a:ea typeface="Calibri" pitchFamily="34" charset="-122"/>
                          <a:cs typeface="Calibri" pitchFamily="34" charset="-120"/>
                        </a:rPr>
                        <a:t>PASS (0/10 vòng sai)</a:t>
                      </a:r>
                      <a:endParaRPr lang="en-US" sz="1500" dirty="0">
                        <a:latin typeface="Calibri" charset="0"/>
                        <a:ea typeface="Calibri" charset="0"/>
                        <a:cs typeface="Calibri" charset="0"/>
                      </a:endParaRPr>
                    </a:p>
                  </a:txBody>
                  <a:tcPr marL="91440" marR="91440" marT="36576" marB="36576" anchor="ctr">
                    <a:lnL w="9525" cap="flat" cmpd="sng" algn="ctr">
                      <a:solidFill>
                        <a:srgbClr val="DAD6CC"/>
                      </a:solidFill>
                      <a:prstDash val="solid"/>
                      <a:round/>
                      <a:headEnd type="none" w="med" len="med"/>
                      <a:tailEnd type="none" w="med" len="med"/>
                    </a:lnL>
                    <a:lnR w="9525" cap="flat" cmpd="sng" algn="ctr">
                      <a:solidFill>
                        <a:srgbClr val="DAD6CC"/>
                      </a:solidFill>
                      <a:prstDash val="solid"/>
                      <a:round/>
                      <a:headEnd type="none" w="med" len="med"/>
                      <a:tailEnd type="none" w="med" len="med"/>
                    </a:lnR>
                    <a:lnT w="9525" cap="flat" cmpd="sng" algn="ctr">
                      <a:solidFill>
                        <a:srgbClr val="DAD6CC"/>
                      </a:solidFill>
                      <a:prstDash val="solid"/>
                      <a:round/>
                      <a:headEnd type="none" w="med" len="med"/>
                      <a:tailEnd type="none" w="med" len="med"/>
                    </a:lnT>
                    <a:lnB w="9525" cap="flat" cmpd="sng" algn="ctr">
                      <a:solidFill>
                        <a:srgbClr val="DAD6CC"/>
                      </a:solidFill>
                      <a:prstDash val="solid"/>
                      <a:round/>
                      <a:headEnd type="none" w="med" len="med"/>
                      <a:tailEnd type="none" w="med" len="med"/>
                    </a:lnB>
                    <a:solidFill>
                      <a:srgbClr val="FFFFFF"/>
                    </a:solidFill>
                  </a:tcPr>
                </a:tc>
                <a:tc>
                  <a:txBody>
                    <a:bodyPr/>
                    <a:lstStyle/>
                    <a:p>
                      <a:pPr indent="0" marL="0">
                        <a:buNone/>
                      </a:pPr>
                      <a:r>
                        <a:rPr lang="en-US" sz="1500" dirty="0">
                          <a:solidFill>
                            <a:srgbClr val="12202B"/>
                          </a:solidFill>
                          <a:latin typeface="Calibri" pitchFamily="34" charset="0"/>
                          <a:ea typeface="Calibri" pitchFamily="34" charset="-122"/>
                          <a:cs typeface="Calibri" pitchFamily="34" charset="-120"/>
                        </a:rPr>
                        <a:t>PASS</a:t>
                      </a:r>
                      <a:endParaRPr lang="en-US" sz="1500" dirty="0">
                        <a:latin typeface="Calibri" charset="0"/>
                        <a:ea typeface="Calibri" charset="0"/>
                        <a:cs typeface="Calibri" charset="0"/>
                      </a:endParaRPr>
                    </a:p>
                  </a:txBody>
                  <a:tcPr marL="91440" marR="91440" marT="36576" marB="36576" anchor="ctr">
                    <a:lnL w="9525" cap="flat" cmpd="sng" algn="ctr">
                      <a:solidFill>
                        <a:srgbClr val="DAD6CC"/>
                      </a:solidFill>
                      <a:prstDash val="solid"/>
                      <a:round/>
                      <a:headEnd type="none" w="med" len="med"/>
                      <a:tailEnd type="none" w="med" len="med"/>
                    </a:lnL>
                    <a:lnR w="9525" cap="flat" cmpd="sng" algn="ctr">
                      <a:solidFill>
                        <a:srgbClr val="DAD6CC"/>
                      </a:solidFill>
                      <a:prstDash val="solid"/>
                      <a:round/>
                      <a:headEnd type="none" w="med" len="med"/>
                      <a:tailEnd type="none" w="med" len="med"/>
                    </a:lnR>
                    <a:lnT w="9525" cap="flat" cmpd="sng" algn="ctr">
                      <a:solidFill>
                        <a:srgbClr val="DAD6CC"/>
                      </a:solidFill>
                      <a:prstDash val="solid"/>
                      <a:round/>
                      <a:headEnd type="none" w="med" len="med"/>
                      <a:tailEnd type="none" w="med" len="med"/>
                    </a:lnT>
                    <a:lnB w="9525" cap="flat" cmpd="sng" algn="ctr">
                      <a:solidFill>
                        <a:srgbClr val="DAD6CC"/>
                      </a:solidFill>
                      <a:prstDash val="solid"/>
                      <a:round/>
                      <a:headEnd type="none" w="med" len="med"/>
                      <a:tailEnd type="none" w="med" len="med"/>
                    </a:lnB>
                    <a:solidFill>
                      <a:srgbClr val="FFFFFF"/>
                    </a:solidFill>
                  </a:tcPr>
                </a:tc>
                <a:tc>
                  <a:txBody>
                    <a:bodyPr/>
                    <a:lstStyle/>
                    <a:p>
                      <a:pPr indent="0" marL="0">
                        <a:buNone/>
                      </a:pPr>
                      <a:r>
                        <a:rPr lang="en-US" sz="1500" dirty="0">
                          <a:solidFill>
                            <a:srgbClr val="12202B"/>
                          </a:solidFill>
                          <a:latin typeface="Calibri" pitchFamily="34" charset="0"/>
                          <a:ea typeface="Calibri" pitchFamily="34" charset="-122"/>
                          <a:cs typeface="Calibri" pitchFamily="34" charset="-120"/>
                        </a:rPr>
                        <a:t>1 booking</a:t>
                      </a:r>
                      <a:endParaRPr lang="en-US" sz="1500" dirty="0">
                        <a:latin typeface="Calibri" charset="0"/>
                        <a:ea typeface="Calibri" charset="0"/>
                        <a:cs typeface="Calibri" charset="0"/>
                      </a:endParaRPr>
                    </a:p>
                  </a:txBody>
                  <a:tcPr marL="91440" marR="91440" marT="36576" marB="36576" anchor="ctr">
                    <a:lnL w="9525" cap="flat" cmpd="sng" algn="ctr">
                      <a:solidFill>
                        <a:srgbClr val="DAD6CC"/>
                      </a:solidFill>
                      <a:prstDash val="solid"/>
                      <a:round/>
                      <a:headEnd type="none" w="med" len="med"/>
                      <a:tailEnd type="none" w="med" len="med"/>
                    </a:lnL>
                    <a:lnR w="9525" cap="flat" cmpd="sng" algn="ctr">
                      <a:solidFill>
                        <a:srgbClr val="DAD6CC"/>
                      </a:solidFill>
                      <a:prstDash val="solid"/>
                      <a:round/>
                      <a:headEnd type="none" w="med" len="med"/>
                      <a:tailEnd type="none" w="med" len="med"/>
                    </a:lnR>
                    <a:lnT w="9525" cap="flat" cmpd="sng" algn="ctr">
                      <a:solidFill>
                        <a:srgbClr val="DAD6CC"/>
                      </a:solidFill>
                      <a:prstDash val="solid"/>
                      <a:round/>
                      <a:headEnd type="none" w="med" len="med"/>
                      <a:tailEnd type="none" w="med" len="med"/>
                    </a:lnT>
                    <a:lnB w="9525" cap="flat" cmpd="sng" algn="ctr">
                      <a:solidFill>
                        <a:srgbClr val="DAD6CC"/>
                      </a:solidFill>
                      <a:prstDash val="solid"/>
                      <a:round/>
                      <a:headEnd type="none" w="med" len="med"/>
                      <a:tailEnd type="none" w="med" len="med"/>
                    </a:lnB>
                    <a:solidFill>
                      <a:srgbClr val="FFFFFF"/>
                    </a:solidFill>
                  </a:tcPr>
                </a:tc>
              </a:tr>
              <a:tr h="566928">
                <a:tc>
                  <a:txBody>
                    <a:bodyPr/>
                    <a:lstStyle/>
                    <a:p>
                      <a:pPr indent="0" marL="0">
                        <a:buNone/>
                      </a:pPr>
                      <a:r>
                        <a:rPr lang="en-US" sz="1500" b="1" dirty="0">
                          <a:solidFill>
                            <a:srgbClr val="12202B"/>
                          </a:solidFill>
                          <a:latin typeface="Calibri" pitchFamily="34" charset="0"/>
                          <a:ea typeface="Calibri" pitchFamily="34" charset="-122"/>
                          <a:cs typeface="Calibri" pitchFamily="34" charset="-120"/>
                        </a:rPr>
                        <a:t>S2 · slot lệch giờ, chồng lấn</a:t>
                      </a:r>
                      <a:endParaRPr lang="en-US" sz="1500" dirty="0">
                        <a:latin typeface="Calibri" charset="0"/>
                        <a:ea typeface="Calibri" charset="0"/>
                        <a:cs typeface="Calibri" charset="0"/>
                      </a:endParaRPr>
                    </a:p>
                  </a:txBody>
                  <a:tcPr marL="91440" marR="91440" marT="36576" marB="36576" anchor="ctr">
                    <a:lnL w="9525" cap="flat" cmpd="sng" algn="ctr">
                      <a:solidFill>
                        <a:srgbClr val="DAD6CC"/>
                      </a:solidFill>
                      <a:prstDash val="solid"/>
                      <a:round/>
                      <a:headEnd type="none" w="med" len="med"/>
                      <a:tailEnd type="none" w="med" len="med"/>
                    </a:lnL>
                    <a:lnR w="9525" cap="flat" cmpd="sng" algn="ctr">
                      <a:solidFill>
                        <a:srgbClr val="DAD6CC"/>
                      </a:solidFill>
                      <a:prstDash val="solid"/>
                      <a:round/>
                      <a:headEnd type="none" w="med" len="med"/>
                      <a:tailEnd type="none" w="med" len="med"/>
                    </a:lnR>
                    <a:lnT w="9525" cap="flat" cmpd="sng" algn="ctr">
                      <a:solidFill>
                        <a:srgbClr val="DAD6CC"/>
                      </a:solidFill>
                      <a:prstDash val="solid"/>
                      <a:round/>
                      <a:headEnd type="none" w="med" len="med"/>
                      <a:tailEnd type="none" w="med" len="med"/>
                    </a:lnT>
                    <a:lnB w="9525" cap="flat" cmpd="sng" algn="ctr">
                      <a:solidFill>
                        <a:srgbClr val="DAD6CC"/>
                      </a:solidFill>
                      <a:prstDash val="solid"/>
                      <a:round/>
                      <a:headEnd type="none" w="med" len="med"/>
                      <a:tailEnd type="none" w="med" len="med"/>
                    </a:lnB>
                    <a:solidFill>
                      <a:srgbClr val="F6E2D3"/>
                    </a:solidFill>
                  </a:tcPr>
                </a:tc>
                <a:tc>
                  <a:txBody>
                    <a:bodyPr/>
                    <a:lstStyle/>
                    <a:p>
                      <a:pPr indent="0" marL="0">
                        <a:buNone/>
                      </a:pPr>
                      <a:r>
                        <a:rPr lang="en-US" sz="1500" b="1" dirty="0">
                          <a:solidFill>
                            <a:srgbClr val="12202B"/>
                          </a:solidFill>
                          <a:latin typeface="Calibri" pitchFamily="34" charset="0"/>
                          <a:ea typeface="Calibri" pitchFamily="34" charset="-122"/>
                          <a:cs typeface="Calibri" pitchFamily="34" charset="-120"/>
                        </a:rPr>
                        <a:t>FAIL (10/10 vòng sai)</a:t>
                      </a:r>
                      <a:endParaRPr lang="en-US" sz="1500" dirty="0">
                        <a:latin typeface="Calibri" charset="0"/>
                        <a:ea typeface="Calibri" charset="0"/>
                        <a:cs typeface="Calibri" charset="0"/>
                      </a:endParaRPr>
                    </a:p>
                  </a:txBody>
                  <a:tcPr marL="91440" marR="91440" marT="36576" marB="36576" anchor="ctr">
                    <a:lnL w="9525" cap="flat" cmpd="sng" algn="ctr">
                      <a:solidFill>
                        <a:srgbClr val="DAD6CC"/>
                      </a:solidFill>
                      <a:prstDash val="solid"/>
                      <a:round/>
                      <a:headEnd type="none" w="med" len="med"/>
                      <a:tailEnd type="none" w="med" len="med"/>
                    </a:lnL>
                    <a:lnR w="9525" cap="flat" cmpd="sng" algn="ctr">
                      <a:solidFill>
                        <a:srgbClr val="DAD6CC"/>
                      </a:solidFill>
                      <a:prstDash val="solid"/>
                      <a:round/>
                      <a:headEnd type="none" w="med" len="med"/>
                      <a:tailEnd type="none" w="med" len="med"/>
                    </a:lnR>
                    <a:lnT w="9525" cap="flat" cmpd="sng" algn="ctr">
                      <a:solidFill>
                        <a:srgbClr val="DAD6CC"/>
                      </a:solidFill>
                      <a:prstDash val="solid"/>
                      <a:round/>
                      <a:headEnd type="none" w="med" len="med"/>
                      <a:tailEnd type="none" w="med" len="med"/>
                    </a:lnT>
                    <a:lnB w="9525" cap="flat" cmpd="sng" algn="ctr">
                      <a:solidFill>
                        <a:srgbClr val="DAD6CC"/>
                      </a:solidFill>
                      <a:prstDash val="solid"/>
                      <a:round/>
                      <a:headEnd type="none" w="med" len="med"/>
                      <a:tailEnd type="none" w="med" len="med"/>
                    </a:lnB>
                    <a:solidFill>
                      <a:srgbClr val="F6E2D3"/>
                    </a:solidFill>
                  </a:tcPr>
                </a:tc>
                <a:tc>
                  <a:txBody>
                    <a:bodyPr/>
                    <a:lstStyle/>
                    <a:p>
                      <a:pPr indent="0" marL="0">
                        <a:buNone/>
                      </a:pPr>
                      <a:r>
                        <a:rPr lang="en-US" sz="1500" dirty="0">
                          <a:solidFill>
                            <a:srgbClr val="12202B"/>
                          </a:solidFill>
                          <a:latin typeface="Calibri" pitchFamily="34" charset="0"/>
                          <a:ea typeface="Calibri" pitchFamily="34" charset="-122"/>
                          <a:cs typeface="Calibri" pitchFamily="34" charset="-120"/>
                        </a:rPr>
                        <a:t>PASS</a:t>
                      </a:r>
                      <a:endParaRPr lang="en-US" sz="1500" dirty="0">
                        <a:latin typeface="Calibri" charset="0"/>
                        <a:ea typeface="Calibri" charset="0"/>
                        <a:cs typeface="Calibri" charset="0"/>
                      </a:endParaRPr>
                    </a:p>
                  </a:txBody>
                  <a:tcPr marL="91440" marR="91440" marT="36576" marB="36576" anchor="ctr">
                    <a:lnL w="9525" cap="flat" cmpd="sng" algn="ctr">
                      <a:solidFill>
                        <a:srgbClr val="DAD6CC"/>
                      </a:solidFill>
                      <a:prstDash val="solid"/>
                      <a:round/>
                      <a:headEnd type="none" w="med" len="med"/>
                      <a:tailEnd type="none" w="med" len="med"/>
                    </a:lnL>
                    <a:lnR w="9525" cap="flat" cmpd="sng" algn="ctr">
                      <a:solidFill>
                        <a:srgbClr val="DAD6CC"/>
                      </a:solidFill>
                      <a:prstDash val="solid"/>
                      <a:round/>
                      <a:headEnd type="none" w="med" len="med"/>
                      <a:tailEnd type="none" w="med" len="med"/>
                    </a:lnR>
                    <a:lnT w="9525" cap="flat" cmpd="sng" algn="ctr">
                      <a:solidFill>
                        <a:srgbClr val="DAD6CC"/>
                      </a:solidFill>
                      <a:prstDash val="solid"/>
                      <a:round/>
                      <a:headEnd type="none" w="med" len="med"/>
                      <a:tailEnd type="none" w="med" len="med"/>
                    </a:lnT>
                    <a:lnB w="9525" cap="flat" cmpd="sng" algn="ctr">
                      <a:solidFill>
                        <a:srgbClr val="DAD6CC"/>
                      </a:solidFill>
                      <a:prstDash val="solid"/>
                      <a:round/>
                      <a:headEnd type="none" w="med" len="med"/>
                      <a:tailEnd type="none" w="med" len="med"/>
                    </a:lnB>
                    <a:solidFill>
                      <a:srgbClr val="F6E2D3"/>
                    </a:solidFill>
                  </a:tcPr>
                </a:tc>
                <a:tc>
                  <a:txBody>
                    <a:bodyPr/>
                    <a:lstStyle/>
                    <a:p>
                      <a:pPr indent="0" marL="0">
                        <a:buNone/>
                      </a:pPr>
                      <a:r>
                        <a:rPr lang="en-US" sz="1500" b="1" dirty="0">
                          <a:solidFill>
                            <a:srgbClr val="12202B"/>
                          </a:solidFill>
                          <a:latin typeface="Calibri" pitchFamily="34" charset="0"/>
                          <a:ea typeface="Calibri" pitchFamily="34" charset="-122"/>
                          <a:cs typeface="Calibri" pitchFamily="34" charset="-120"/>
                        </a:rPr>
                        <a:t>10 booking chồng nhau</a:t>
                      </a:r>
                      <a:endParaRPr lang="en-US" sz="1500" dirty="0">
                        <a:latin typeface="Calibri" charset="0"/>
                        <a:ea typeface="Calibri" charset="0"/>
                        <a:cs typeface="Calibri" charset="0"/>
                      </a:endParaRPr>
                    </a:p>
                  </a:txBody>
                  <a:tcPr marL="91440" marR="91440" marT="36576" marB="36576" anchor="ctr">
                    <a:lnL w="9525" cap="flat" cmpd="sng" algn="ctr">
                      <a:solidFill>
                        <a:srgbClr val="DAD6CC"/>
                      </a:solidFill>
                      <a:prstDash val="solid"/>
                      <a:round/>
                      <a:headEnd type="none" w="med" len="med"/>
                      <a:tailEnd type="none" w="med" len="med"/>
                    </a:lnL>
                    <a:lnR w="9525" cap="flat" cmpd="sng" algn="ctr">
                      <a:solidFill>
                        <a:srgbClr val="DAD6CC"/>
                      </a:solidFill>
                      <a:prstDash val="solid"/>
                      <a:round/>
                      <a:headEnd type="none" w="med" len="med"/>
                      <a:tailEnd type="none" w="med" len="med"/>
                    </a:lnR>
                    <a:lnT w="9525" cap="flat" cmpd="sng" algn="ctr">
                      <a:solidFill>
                        <a:srgbClr val="DAD6CC"/>
                      </a:solidFill>
                      <a:prstDash val="solid"/>
                      <a:round/>
                      <a:headEnd type="none" w="med" len="med"/>
                      <a:tailEnd type="none" w="med" len="med"/>
                    </a:lnT>
                    <a:lnB w="9525" cap="flat" cmpd="sng" algn="ctr">
                      <a:solidFill>
                        <a:srgbClr val="DAD6CC"/>
                      </a:solidFill>
                      <a:prstDash val="solid"/>
                      <a:round/>
                      <a:headEnd type="none" w="med" len="med"/>
                      <a:tailEnd type="none" w="med" len="med"/>
                    </a:lnB>
                    <a:solidFill>
                      <a:srgbClr val="F6E2D3"/>
                    </a:solidFill>
                  </a:tcPr>
                </a:tc>
              </a:tr>
            </a:tbl>
          </a:graphicData>
        </a:graphic>
      </p:graphicFrame>
      <p:sp>
        <p:nvSpPr>
          <p:cNvPr id="5" name="Shape 2"/>
          <p:cNvSpPr/>
          <p:nvPr/>
        </p:nvSpPr>
        <p:spPr>
          <a:xfrm>
            <a:off x="640080" y="3749040"/>
            <a:ext cx="3422904" cy="2103120"/>
          </a:xfrm>
          <a:prstGeom prst="roundRect">
            <a:avLst>
              <a:gd name="adj" fmla="val 5217"/>
            </a:avLst>
          </a:prstGeom>
          <a:solidFill>
            <a:srgbClr val="FBFAF6"/>
          </a:solidFill>
          <a:ln w="12700">
            <a:solidFill>
              <a:srgbClr val="DAD6CC"/>
            </a:solidFill>
            <a:prstDash val="solid"/>
          </a:ln>
        </p:spPr>
      </p:sp>
      <p:sp>
        <p:nvSpPr>
          <p:cNvPr id="6" name="Text 3"/>
          <p:cNvSpPr txBox="1"/>
          <p:nvPr/>
        </p:nvSpPr>
        <p:spPr>
          <a:xfrm>
            <a:off x="914400" y="3931920"/>
            <a:ext cx="2874264" cy="457200"/>
          </a:xfrm>
          <a:prstGeom prst="rect">
            <a:avLst/>
          </a:prstGeom>
          <a:noFill/>
          <a:ln/>
        </p:spPr>
        <p:txBody>
          <a:bodyPr wrap="square" lIns="0" tIns="0" rIns="0" bIns="0" rtlCol="0" anchor="ctr"/>
          <a:lstStyle/>
          <a:p>
            <a:pPr indent="0" marL="0">
              <a:buNone/>
            </a:pPr>
            <a:r>
              <a:rPr lang="en-US" sz="2000" b="1" dirty="0">
                <a:solidFill>
                  <a:srgbClr val="12202B"/>
                </a:solidFill>
                <a:latin typeface="Calibri" pitchFamily="34" charset="0"/>
                <a:ea typeface="Calibri" pitchFamily="34" charset="-122"/>
                <a:cs typeface="Calibri" pitchFamily="34" charset="-120"/>
              </a:rPr>
              <a:t>Mã HTTP vẫn 200</a:t>
            </a:r>
            <a:endParaRPr lang="en-US" sz="2000" dirty="0"/>
          </a:p>
        </p:txBody>
      </p:sp>
      <p:sp>
        <p:nvSpPr>
          <p:cNvPr id="7" name="Text 4"/>
          <p:cNvSpPr txBox="1"/>
          <p:nvPr/>
        </p:nvSpPr>
        <p:spPr>
          <a:xfrm>
            <a:off x="914400" y="4480560"/>
            <a:ext cx="2874264" cy="1280160"/>
          </a:xfrm>
          <a:prstGeom prst="rect">
            <a:avLst/>
          </a:prstGeom>
          <a:noFill/>
          <a:ln/>
        </p:spPr>
        <p:txBody>
          <a:bodyPr wrap="square" lIns="0" tIns="0" rIns="0" bIns="0" rtlCol="0" anchor="t"/>
          <a:lstStyle/>
          <a:p>
            <a:pPr indent="0" marL="0">
              <a:buNone/>
            </a:pPr>
            <a:r>
              <a:rPr lang="en-US" sz="1500" dirty="0">
                <a:solidFill>
                  <a:srgbClr val="4A5866"/>
                </a:solidFill>
                <a:latin typeface="Calibri" pitchFamily="34" charset="0"/>
                <a:ea typeface="Calibri" pitchFamily="34" charset="-122"/>
                <a:cs typeface="Calibri" pitchFamily="34" charset="-120"/>
              </a:rPr>
              <a:t>Cả 10 request đều trả thành công. Chỉ truy vấn CSDL mới thấy dữ liệu sai.</a:t>
            </a:r>
            <a:endParaRPr lang="en-US" sz="1500" dirty="0"/>
          </a:p>
        </p:txBody>
      </p:sp>
      <p:sp>
        <p:nvSpPr>
          <p:cNvPr id="8" name="Shape 5"/>
          <p:cNvSpPr/>
          <p:nvPr/>
        </p:nvSpPr>
        <p:spPr>
          <a:xfrm>
            <a:off x="4383024" y="3749040"/>
            <a:ext cx="3422904" cy="2103120"/>
          </a:xfrm>
          <a:prstGeom prst="roundRect">
            <a:avLst>
              <a:gd name="adj" fmla="val 5217"/>
            </a:avLst>
          </a:prstGeom>
          <a:solidFill>
            <a:srgbClr val="FBFAF6"/>
          </a:solidFill>
          <a:ln w="12700">
            <a:solidFill>
              <a:srgbClr val="DAD6CC"/>
            </a:solidFill>
            <a:prstDash val="solid"/>
          </a:ln>
        </p:spPr>
      </p:sp>
      <p:sp>
        <p:nvSpPr>
          <p:cNvPr id="9" name="Text 6"/>
          <p:cNvSpPr txBox="1"/>
          <p:nvPr/>
        </p:nvSpPr>
        <p:spPr>
          <a:xfrm>
            <a:off x="4657344" y="3931920"/>
            <a:ext cx="2874264" cy="457200"/>
          </a:xfrm>
          <a:prstGeom prst="rect">
            <a:avLst/>
          </a:prstGeom>
          <a:noFill/>
          <a:ln/>
        </p:spPr>
        <p:txBody>
          <a:bodyPr wrap="square" lIns="0" tIns="0" rIns="0" bIns="0" rtlCol="0" anchor="ctr"/>
          <a:lstStyle/>
          <a:p>
            <a:pPr indent="0" marL="0">
              <a:buNone/>
            </a:pPr>
            <a:r>
              <a:rPr lang="en-US" sz="2000" b="1" dirty="0">
                <a:solidFill>
                  <a:srgbClr val="12202B"/>
                </a:solidFill>
                <a:latin typeface="Calibri" pitchFamily="34" charset="0"/>
                <a:ea typeface="Calibri" pitchFamily="34" charset="-122"/>
                <a:cs typeface="Calibri" pitchFamily="34" charset="-120"/>
              </a:rPr>
              <a:t>Chỉ cần 2 người</a:t>
            </a:r>
            <a:endParaRPr lang="en-US" sz="2000" dirty="0"/>
          </a:p>
        </p:txBody>
      </p:sp>
      <p:sp>
        <p:nvSpPr>
          <p:cNvPr id="10" name="Text 7"/>
          <p:cNvSpPr txBox="1"/>
          <p:nvPr/>
        </p:nvSpPr>
        <p:spPr>
          <a:xfrm>
            <a:off x="4657344" y="4480560"/>
            <a:ext cx="2874264" cy="1280160"/>
          </a:xfrm>
          <a:prstGeom prst="rect">
            <a:avLst/>
          </a:prstGeom>
          <a:noFill/>
          <a:ln/>
        </p:spPr>
        <p:txBody>
          <a:bodyPr wrap="square" lIns="0" tIns="0" rIns="0" bIns="0" rtlCol="0" anchor="t"/>
          <a:lstStyle/>
          <a:p>
            <a:pPr indent="0" marL="0">
              <a:buNone/>
            </a:pPr>
            <a:r>
              <a:rPr lang="en-US" sz="1500" dirty="0">
                <a:solidFill>
                  <a:srgbClr val="4A5866"/>
                </a:solidFill>
                <a:latin typeface="Calibri" pitchFamily="34" charset="0"/>
                <a:ea typeface="Calibri" pitchFamily="34" charset="-122"/>
                <a:cs typeface="Calibri" pitchFamily="34" charset="-120"/>
              </a:rPr>
              <a:t>Với 2 request đồng thời, S2 vi phạm ở 20/20 vòng.</a:t>
            </a:r>
            <a:endParaRPr lang="en-US" sz="1500" dirty="0"/>
          </a:p>
        </p:txBody>
      </p:sp>
      <p:sp>
        <p:nvSpPr>
          <p:cNvPr id="11" name="Shape 8"/>
          <p:cNvSpPr/>
          <p:nvPr/>
        </p:nvSpPr>
        <p:spPr>
          <a:xfrm>
            <a:off x="8125968" y="3749040"/>
            <a:ext cx="3422904" cy="2103120"/>
          </a:xfrm>
          <a:prstGeom prst="roundRect">
            <a:avLst>
              <a:gd name="adj" fmla="val 5217"/>
            </a:avLst>
          </a:prstGeom>
          <a:solidFill>
            <a:srgbClr val="FBFAF6"/>
          </a:solidFill>
          <a:ln w="12700">
            <a:solidFill>
              <a:srgbClr val="DAD6CC"/>
            </a:solidFill>
            <a:prstDash val="solid"/>
          </a:ln>
        </p:spPr>
      </p:sp>
      <p:sp>
        <p:nvSpPr>
          <p:cNvPr id="12" name="Text 9"/>
          <p:cNvSpPr txBox="1"/>
          <p:nvPr/>
        </p:nvSpPr>
        <p:spPr>
          <a:xfrm>
            <a:off x="8400288" y="3931920"/>
            <a:ext cx="2874264" cy="457200"/>
          </a:xfrm>
          <a:prstGeom prst="rect">
            <a:avLst/>
          </a:prstGeom>
          <a:noFill/>
          <a:ln/>
        </p:spPr>
        <p:txBody>
          <a:bodyPr wrap="square" lIns="0" tIns="0" rIns="0" bIns="0" rtlCol="0" anchor="ctr"/>
          <a:lstStyle/>
          <a:p>
            <a:pPr indent="0" marL="0">
              <a:buNone/>
            </a:pPr>
            <a:r>
              <a:rPr lang="en-US" sz="2000" b="1" dirty="0">
                <a:solidFill>
                  <a:srgbClr val="12202B"/>
                </a:solidFill>
                <a:latin typeface="Calibri" pitchFamily="34" charset="0"/>
                <a:ea typeface="Calibri" pitchFamily="34" charset="-122"/>
                <a:cs typeface="Calibri" pitchFamily="34" charset="-120"/>
              </a:rPr>
              <a:t>Do khóa quá hẹp</a:t>
            </a:r>
            <a:endParaRPr lang="en-US" sz="2000" dirty="0"/>
          </a:p>
        </p:txBody>
      </p:sp>
      <p:sp>
        <p:nvSpPr>
          <p:cNvPr id="13" name="Text 10"/>
          <p:cNvSpPr txBox="1"/>
          <p:nvPr/>
        </p:nvSpPr>
        <p:spPr>
          <a:xfrm>
            <a:off x="8400288" y="4480560"/>
            <a:ext cx="2874264" cy="1280160"/>
          </a:xfrm>
          <a:prstGeom prst="rect">
            <a:avLst/>
          </a:prstGeom>
          <a:noFill/>
          <a:ln/>
        </p:spPr>
        <p:txBody>
          <a:bodyPr wrap="square" lIns="0" tIns="0" rIns="0" bIns="0" rtlCol="0" anchor="t"/>
          <a:lstStyle/>
          <a:p>
            <a:pPr indent="0" marL="0">
              <a:buNone/>
            </a:pPr>
            <a:r>
              <a:rPr lang="en-US" sz="1500" dirty="0">
                <a:solidFill>
                  <a:srgbClr val="4A5866"/>
                </a:solidFill>
                <a:latin typeface="Calibri" pitchFamily="34" charset="0"/>
                <a:ea typeface="Calibri" pitchFamily="34" charset="-122"/>
                <a:cs typeface="Calibri" pitchFamily="34" charset="-120"/>
              </a:rPr>
              <a:t>idempotencyKey chỉ bắt slot trùng khít start, end và host.</a:t>
            </a:r>
            <a:endParaRPr lang="en-US" sz="1500" dirty="0"/>
          </a:p>
        </p:txBody>
      </p:sp>
      <p:sp>
        <p:nvSpPr>
          <p:cNvPr id="14" name="Text 11"/>
          <p:cNvSpPr txBox="1"/>
          <p:nvPr/>
        </p:nvSpPr>
        <p:spPr>
          <a:xfrm>
            <a:off x="640080" y="6355080"/>
            <a:ext cx="10332720" cy="274320"/>
          </a:xfrm>
          <a:prstGeom prst="rect">
            <a:avLst/>
          </a:prstGeom>
          <a:noFill/>
          <a:ln/>
        </p:spPr>
        <p:txBody>
          <a:bodyPr wrap="square" lIns="0" tIns="0" rIns="0" bIns="0" rtlCol="0" anchor="ctr"/>
          <a:lstStyle/>
          <a:p>
            <a:pPr indent="0" marL="0">
              <a:buNone/>
            </a:pPr>
            <a:r>
              <a:rPr lang="en-US" sz="1200" dirty="0">
                <a:solidFill>
                  <a:srgbClr val="7A8592"/>
                </a:solidFill>
                <a:latin typeface="Calibri" pitchFamily="34" charset="0"/>
                <a:ea typeface="Calibri" pitchFamily="34" charset="-122"/>
                <a:cs typeface="Calibri" pitchFamily="34" charset="-120"/>
              </a:rPr>
              <a:t>Chạy lại: npm run demo:midterm · kết quả đầy đủ 8 scenario sẽ trình bày ở bảo vệ cuối kỳ</a:t>
            </a:r>
            <a:endParaRPr lang="en-US" sz="1200" dirty="0"/>
          </a:p>
        </p:txBody>
      </p:sp>
      <p:sp>
        <p:nvSpPr>
          <p:cNvPr id="25" name="Slide Number Placeholder 0"/>
          <p:cNvSpPr>
            <a:spLocks noGrp="1"/>
          </p:cNvSpPr>
          <p:nvPr>
            <p:ph type="sldNum" sz="quarter" idx="4294967295"/>
          </p:nvPr>
        </p:nvSpPr>
        <p:spPr>
          <a:xfrm>
            <a:off x="11155680" y="6355080"/>
            <a:ext cx="45720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7A8592"/>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640080" y="292608"/>
            <a:ext cx="10908792" cy="274320"/>
          </a:xfrm>
          <a:prstGeom prst="rect">
            <a:avLst/>
          </a:prstGeom>
          <a:noFill/>
          <a:ln/>
        </p:spPr>
        <p:txBody>
          <a:bodyPr wrap="square" lIns="0" tIns="0" rIns="0" bIns="0" rtlCol="0" anchor="ctr"/>
          <a:lstStyle/>
          <a:p>
            <a:pPr indent="0" marL="0">
              <a:buNone/>
            </a:pPr>
            <a:r>
              <a:rPr lang="en-US" sz="1300" b="1" spc="200" kern="0" dirty="0">
                <a:solidFill>
                  <a:srgbClr val="E07B39"/>
                </a:solidFill>
                <a:latin typeface="Consolas" pitchFamily="34" charset="0"/>
                <a:ea typeface="Consolas" pitchFamily="34" charset="-122"/>
                <a:cs typeface="Consolas" pitchFamily="34" charset="-120"/>
              </a:rPr>
              <a:t>07 · KẾ HOẠCH TIẾP THEO</a:t>
            </a:r>
            <a:endParaRPr lang="en-US" sz="1300" dirty="0"/>
          </a:p>
        </p:txBody>
      </p:sp>
      <p:sp>
        <p:nvSpPr>
          <p:cNvPr id="3" name="Text 0"/>
          <p:cNvSpPr/>
          <p:nvPr>
            <p:ph idx="100" type="title" hasCustomPrompt="1"/>
          </p:nvPr>
        </p:nvSpPr>
        <p:spPr>
          <a:xfrm>
            <a:off x="640080" y="640080"/>
            <a:ext cx="10908792" cy="868680"/>
          </a:xfrm>
          <a:prstGeom prst="rect">
            <a:avLst/>
          </a:prstGeom>
          <a:noFill/>
          <a:ln/>
        </p:spPr>
        <p:txBody>
          <a:bodyPr wrap="square" lIns="0" tIns="0" rIns="0" bIns="0" rtlCol="0" anchor="t"/>
          <a:lstStyle/>
          <a:p>
            <a:pPr indent="0" marL="0">
              <a:buNone/>
            </a:pPr>
            <a:r>
              <a:rPr lang="en-US" sz="3400" b="1" dirty="0">
                <a:solidFill>
                  <a:srgbClr val="F4F2EC"/>
                </a:solidFill>
                <a:latin typeface="Calibri" pitchFamily="34" charset="0"/>
                <a:ea typeface="Calibri" pitchFamily="34" charset="-122"/>
                <a:cs typeface="Calibri" pitchFamily="34" charset="-120"/>
              </a:rPr>
              <a:t>Từ giữa kỳ đến bảo vệ</a:t>
            </a:r>
            <a:endParaRPr lang="en-US" sz="3400" dirty="0"/>
          </a:p>
        </p:txBody>
      </p:sp>
      <p:sp>
        <p:nvSpPr>
          <p:cNvPr id="4" name="Shape 2"/>
          <p:cNvSpPr/>
          <p:nvPr/>
        </p:nvSpPr>
        <p:spPr>
          <a:xfrm>
            <a:off x="640080" y="1691640"/>
            <a:ext cx="2194560" cy="685800"/>
          </a:xfrm>
          <a:prstGeom prst="roundRect">
            <a:avLst>
              <a:gd name="adj" fmla="val 13333"/>
            </a:avLst>
          </a:prstGeom>
          <a:solidFill>
            <a:srgbClr val="E07B39"/>
          </a:solidFill>
          <a:ln w="12700">
            <a:solidFill>
              <a:srgbClr val="E07B39"/>
            </a:solidFill>
            <a:prstDash val="solid"/>
          </a:ln>
        </p:spPr>
      </p:sp>
      <p:sp>
        <p:nvSpPr>
          <p:cNvPr id="5" name="Text 3"/>
          <p:cNvSpPr txBox="1"/>
          <p:nvPr/>
        </p:nvSpPr>
        <p:spPr>
          <a:xfrm>
            <a:off x="640080" y="1691640"/>
            <a:ext cx="2194560" cy="685800"/>
          </a:xfrm>
          <a:prstGeom prst="rect">
            <a:avLst/>
          </a:prstGeom>
          <a:noFill/>
          <a:ln/>
        </p:spPr>
        <p:txBody>
          <a:bodyPr wrap="square" lIns="0" tIns="0" rIns="0" bIns="0" rtlCol="0" anchor="ctr"/>
          <a:lstStyle/>
          <a:p>
            <a:pPr algn="ctr" indent="0" marL="0">
              <a:buNone/>
            </a:pPr>
            <a:r>
              <a:rPr lang="en-US" sz="1700" b="1" dirty="0">
                <a:solidFill>
                  <a:srgbClr val="12202B"/>
                </a:solidFill>
                <a:latin typeface="Calibri" pitchFamily="34" charset="0"/>
                <a:ea typeface="Calibri" pitchFamily="34" charset="-122"/>
                <a:cs typeface="Calibri" pitchFamily="34" charset="-120"/>
              </a:rPr>
              <a:t>21/10 – 3/11</a:t>
            </a:r>
            <a:endParaRPr lang="en-US" sz="1700" dirty="0"/>
          </a:p>
        </p:txBody>
      </p:sp>
      <p:sp>
        <p:nvSpPr>
          <p:cNvPr id="6" name="Shape 4"/>
          <p:cNvSpPr/>
          <p:nvPr/>
        </p:nvSpPr>
        <p:spPr>
          <a:xfrm>
            <a:off x="3017520" y="1691640"/>
            <a:ext cx="8531352" cy="685800"/>
          </a:xfrm>
          <a:prstGeom prst="roundRect">
            <a:avLst>
              <a:gd name="adj" fmla="val 13333"/>
            </a:avLst>
          </a:prstGeom>
          <a:solidFill>
            <a:srgbClr val="1D3142"/>
          </a:solidFill>
          <a:ln w="12700">
            <a:solidFill>
              <a:srgbClr val="1D3142"/>
            </a:solidFill>
            <a:prstDash val="solid"/>
          </a:ln>
        </p:spPr>
      </p:sp>
      <p:sp>
        <p:nvSpPr>
          <p:cNvPr id="7" name="Text 5"/>
          <p:cNvSpPr txBox="1"/>
          <p:nvPr/>
        </p:nvSpPr>
        <p:spPr>
          <a:xfrm>
            <a:off x="3246120" y="1691640"/>
            <a:ext cx="8074152" cy="685800"/>
          </a:xfrm>
          <a:prstGeom prst="rect">
            <a:avLst/>
          </a:prstGeom>
          <a:noFill/>
          <a:ln/>
        </p:spPr>
        <p:txBody>
          <a:bodyPr wrap="square" lIns="0" tIns="0" rIns="0" bIns="0" rtlCol="0" anchor="ctr"/>
          <a:lstStyle/>
          <a:p>
            <a:pPr indent="0" marL="0">
              <a:buNone/>
            </a:pPr>
            <a:r>
              <a:rPr lang="en-US" sz="1600" dirty="0">
                <a:solidFill>
                  <a:srgbClr val="F4F2EC"/>
                </a:solidFill>
                <a:latin typeface="Calibri" pitchFamily="34" charset="0"/>
                <a:ea typeface="Calibri" pitchFamily="34" charset="-122"/>
                <a:cs typeface="Calibri" pitchFamily="34" charset="-120"/>
              </a:rPr>
              <a:t>Hoàn thiện test model, viết scenario seated, PENDING, đổi lịch, hủy lịch</a:t>
            </a:r>
            <a:endParaRPr lang="en-US" sz="1600" dirty="0"/>
          </a:p>
        </p:txBody>
      </p:sp>
      <p:sp>
        <p:nvSpPr>
          <p:cNvPr id="8" name="Shape 6"/>
          <p:cNvSpPr/>
          <p:nvPr/>
        </p:nvSpPr>
        <p:spPr>
          <a:xfrm>
            <a:off x="640080" y="2560320"/>
            <a:ext cx="2194560" cy="685800"/>
          </a:xfrm>
          <a:prstGeom prst="roundRect">
            <a:avLst>
              <a:gd name="adj" fmla="val 13333"/>
            </a:avLst>
          </a:prstGeom>
          <a:solidFill>
            <a:srgbClr val="E07B39"/>
          </a:solidFill>
          <a:ln w="12700">
            <a:solidFill>
              <a:srgbClr val="E07B39"/>
            </a:solidFill>
            <a:prstDash val="solid"/>
          </a:ln>
        </p:spPr>
      </p:sp>
      <p:sp>
        <p:nvSpPr>
          <p:cNvPr id="9" name="Text 7"/>
          <p:cNvSpPr txBox="1"/>
          <p:nvPr/>
        </p:nvSpPr>
        <p:spPr>
          <a:xfrm>
            <a:off x="640080" y="2560320"/>
            <a:ext cx="2194560" cy="685800"/>
          </a:xfrm>
          <a:prstGeom prst="rect">
            <a:avLst/>
          </a:prstGeom>
          <a:noFill/>
          <a:ln/>
        </p:spPr>
        <p:txBody>
          <a:bodyPr wrap="square" lIns="0" tIns="0" rIns="0" bIns="0" rtlCol="0" anchor="ctr"/>
          <a:lstStyle/>
          <a:p>
            <a:pPr algn="ctr" indent="0" marL="0">
              <a:buNone/>
            </a:pPr>
            <a:r>
              <a:rPr lang="en-US" sz="1700" b="1" dirty="0">
                <a:solidFill>
                  <a:srgbClr val="12202B"/>
                </a:solidFill>
                <a:latin typeface="Calibri" pitchFamily="34" charset="0"/>
                <a:ea typeface="Calibri" pitchFamily="34" charset="-122"/>
                <a:cs typeface="Calibri" pitchFamily="34" charset="-120"/>
              </a:rPr>
              <a:t>4/11 – 17/11</a:t>
            </a:r>
            <a:endParaRPr lang="en-US" sz="1700" dirty="0"/>
          </a:p>
        </p:txBody>
      </p:sp>
      <p:sp>
        <p:nvSpPr>
          <p:cNvPr id="10" name="Shape 8"/>
          <p:cNvSpPr/>
          <p:nvPr/>
        </p:nvSpPr>
        <p:spPr>
          <a:xfrm>
            <a:off x="3017520" y="2560320"/>
            <a:ext cx="8531352" cy="685800"/>
          </a:xfrm>
          <a:prstGeom prst="roundRect">
            <a:avLst>
              <a:gd name="adj" fmla="val 13333"/>
            </a:avLst>
          </a:prstGeom>
          <a:solidFill>
            <a:srgbClr val="1D3142"/>
          </a:solidFill>
          <a:ln w="12700">
            <a:solidFill>
              <a:srgbClr val="1D3142"/>
            </a:solidFill>
            <a:prstDash val="solid"/>
          </a:ln>
        </p:spPr>
      </p:sp>
      <p:sp>
        <p:nvSpPr>
          <p:cNvPr id="11" name="Text 9"/>
          <p:cNvSpPr txBox="1"/>
          <p:nvPr/>
        </p:nvSpPr>
        <p:spPr>
          <a:xfrm>
            <a:off x="3246120" y="2560320"/>
            <a:ext cx="8074152" cy="685800"/>
          </a:xfrm>
          <a:prstGeom prst="rect">
            <a:avLst/>
          </a:prstGeom>
          <a:noFill/>
          <a:ln/>
        </p:spPr>
        <p:txBody>
          <a:bodyPr wrap="square" lIns="0" tIns="0" rIns="0" bIns="0" rtlCol="0" anchor="ctr"/>
          <a:lstStyle/>
          <a:p>
            <a:pPr indent="0" marL="0">
              <a:buNone/>
            </a:pPr>
            <a:r>
              <a:rPr lang="en-US" sz="1600" dirty="0">
                <a:solidFill>
                  <a:srgbClr val="F4F2EC"/>
                </a:solidFill>
                <a:latin typeface="Calibri" pitchFamily="34" charset="0"/>
                <a:ea typeface="Calibri" pitchFamily="34" charset="-122"/>
                <a:cs typeface="Calibri" pitchFamily="34" charset="-120"/>
              </a:rPr>
              <a:t>Chạy nhiều vòng, đo cửa sổ race, thêm một scenario Playwright qua giao diện</a:t>
            </a:r>
            <a:endParaRPr lang="en-US" sz="1600" dirty="0"/>
          </a:p>
        </p:txBody>
      </p:sp>
      <p:sp>
        <p:nvSpPr>
          <p:cNvPr id="12" name="Shape 10"/>
          <p:cNvSpPr/>
          <p:nvPr/>
        </p:nvSpPr>
        <p:spPr>
          <a:xfrm>
            <a:off x="640080" y="3429000"/>
            <a:ext cx="2194560" cy="685800"/>
          </a:xfrm>
          <a:prstGeom prst="roundRect">
            <a:avLst>
              <a:gd name="adj" fmla="val 13333"/>
            </a:avLst>
          </a:prstGeom>
          <a:solidFill>
            <a:srgbClr val="E07B39"/>
          </a:solidFill>
          <a:ln w="12700">
            <a:solidFill>
              <a:srgbClr val="E07B39"/>
            </a:solidFill>
            <a:prstDash val="solid"/>
          </a:ln>
        </p:spPr>
      </p:sp>
      <p:sp>
        <p:nvSpPr>
          <p:cNvPr id="13" name="Text 11"/>
          <p:cNvSpPr txBox="1"/>
          <p:nvPr/>
        </p:nvSpPr>
        <p:spPr>
          <a:xfrm>
            <a:off x="640080" y="3429000"/>
            <a:ext cx="2194560" cy="685800"/>
          </a:xfrm>
          <a:prstGeom prst="rect">
            <a:avLst/>
          </a:prstGeom>
          <a:noFill/>
          <a:ln/>
        </p:spPr>
        <p:txBody>
          <a:bodyPr wrap="square" lIns="0" tIns="0" rIns="0" bIns="0" rtlCol="0" anchor="ctr"/>
          <a:lstStyle/>
          <a:p>
            <a:pPr algn="ctr" indent="0" marL="0">
              <a:buNone/>
            </a:pPr>
            <a:r>
              <a:rPr lang="en-US" sz="1700" b="1" dirty="0">
                <a:solidFill>
                  <a:srgbClr val="12202B"/>
                </a:solidFill>
                <a:latin typeface="Calibri" pitchFamily="34" charset="0"/>
                <a:ea typeface="Calibri" pitchFamily="34" charset="-122"/>
                <a:cs typeface="Calibri" pitchFamily="34" charset="-120"/>
              </a:rPr>
              <a:t>18/11 – 30/11</a:t>
            </a:r>
            <a:endParaRPr lang="en-US" sz="1700" dirty="0"/>
          </a:p>
        </p:txBody>
      </p:sp>
      <p:sp>
        <p:nvSpPr>
          <p:cNvPr id="14" name="Shape 12"/>
          <p:cNvSpPr/>
          <p:nvPr/>
        </p:nvSpPr>
        <p:spPr>
          <a:xfrm>
            <a:off x="3017520" y="3429000"/>
            <a:ext cx="8531352" cy="685800"/>
          </a:xfrm>
          <a:prstGeom prst="roundRect">
            <a:avLst>
              <a:gd name="adj" fmla="val 13333"/>
            </a:avLst>
          </a:prstGeom>
          <a:solidFill>
            <a:srgbClr val="1D3142"/>
          </a:solidFill>
          <a:ln w="12700">
            <a:solidFill>
              <a:srgbClr val="1D3142"/>
            </a:solidFill>
            <a:prstDash val="solid"/>
          </a:ln>
        </p:spPr>
      </p:sp>
      <p:sp>
        <p:nvSpPr>
          <p:cNvPr id="15" name="Text 13"/>
          <p:cNvSpPr txBox="1"/>
          <p:nvPr/>
        </p:nvSpPr>
        <p:spPr>
          <a:xfrm>
            <a:off x="3246120" y="3429000"/>
            <a:ext cx="8074152" cy="685800"/>
          </a:xfrm>
          <a:prstGeom prst="rect">
            <a:avLst/>
          </a:prstGeom>
          <a:noFill/>
          <a:ln/>
        </p:spPr>
        <p:txBody>
          <a:bodyPr wrap="square" lIns="0" tIns="0" rIns="0" bIns="0" rtlCol="0" anchor="ctr"/>
          <a:lstStyle/>
          <a:p>
            <a:pPr indent="0" marL="0">
              <a:buNone/>
            </a:pPr>
            <a:r>
              <a:rPr lang="en-US" sz="1600" dirty="0">
                <a:solidFill>
                  <a:srgbClr val="F4F2EC"/>
                </a:solidFill>
                <a:latin typeface="Calibri" pitchFamily="34" charset="0"/>
                <a:ea typeface="Calibri" pitchFamily="34" charset="-122"/>
                <a:cs typeface="Calibri" pitchFamily="34" charset="-120"/>
              </a:rPr>
              <a:t>Phân tích nguyên nhân gốc, thí nghiệm khắc phục, viết báo cáo, nộp trước bảo vệ 1 tuần</a:t>
            </a:r>
            <a:endParaRPr lang="en-US" sz="1600" dirty="0"/>
          </a:p>
        </p:txBody>
      </p:sp>
      <p:sp>
        <p:nvSpPr>
          <p:cNvPr id="16" name="Shape 14"/>
          <p:cNvSpPr/>
          <p:nvPr/>
        </p:nvSpPr>
        <p:spPr>
          <a:xfrm>
            <a:off x="640080" y="4297680"/>
            <a:ext cx="2194560" cy="685800"/>
          </a:xfrm>
          <a:prstGeom prst="roundRect">
            <a:avLst>
              <a:gd name="adj" fmla="val 13333"/>
            </a:avLst>
          </a:prstGeom>
          <a:solidFill>
            <a:srgbClr val="E07B39"/>
          </a:solidFill>
          <a:ln w="12700">
            <a:solidFill>
              <a:srgbClr val="E07B39"/>
            </a:solidFill>
            <a:prstDash val="solid"/>
          </a:ln>
        </p:spPr>
      </p:sp>
      <p:sp>
        <p:nvSpPr>
          <p:cNvPr id="17" name="Text 15"/>
          <p:cNvSpPr txBox="1"/>
          <p:nvPr/>
        </p:nvSpPr>
        <p:spPr>
          <a:xfrm>
            <a:off x="640080" y="4297680"/>
            <a:ext cx="2194560" cy="685800"/>
          </a:xfrm>
          <a:prstGeom prst="rect">
            <a:avLst/>
          </a:prstGeom>
          <a:noFill/>
          <a:ln/>
        </p:spPr>
        <p:txBody>
          <a:bodyPr wrap="square" lIns="0" tIns="0" rIns="0" bIns="0" rtlCol="0" anchor="ctr"/>
          <a:lstStyle/>
          <a:p>
            <a:pPr algn="ctr" indent="0" marL="0">
              <a:buNone/>
            </a:pPr>
            <a:r>
              <a:rPr lang="en-US" sz="1700" b="1" dirty="0">
                <a:solidFill>
                  <a:srgbClr val="12202B"/>
                </a:solidFill>
                <a:latin typeface="Calibri" pitchFamily="34" charset="0"/>
                <a:ea typeface="Calibri" pitchFamily="34" charset="-122"/>
                <a:cs typeface="Calibri" pitchFamily="34" charset="-120"/>
              </a:rPr>
              <a:t>Tháng 12</a:t>
            </a:r>
            <a:endParaRPr lang="en-US" sz="1700" dirty="0"/>
          </a:p>
        </p:txBody>
      </p:sp>
      <p:sp>
        <p:nvSpPr>
          <p:cNvPr id="18" name="Shape 16"/>
          <p:cNvSpPr/>
          <p:nvPr/>
        </p:nvSpPr>
        <p:spPr>
          <a:xfrm>
            <a:off x="3017520" y="4297680"/>
            <a:ext cx="8531352" cy="685800"/>
          </a:xfrm>
          <a:prstGeom prst="roundRect">
            <a:avLst>
              <a:gd name="adj" fmla="val 13333"/>
            </a:avLst>
          </a:prstGeom>
          <a:solidFill>
            <a:srgbClr val="1D3142"/>
          </a:solidFill>
          <a:ln w="12700">
            <a:solidFill>
              <a:srgbClr val="1D3142"/>
            </a:solidFill>
            <a:prstDash val="solid"/>
          </a:ln>
        </p:spPr>
      </p:sp>
      <p:sp>
        <p:nvSpPr>
          <p:cNvPr id="19" name="Text 17"/>
          <p:cNvSpPr txBox="1"/>
          <p:nvPr/>
        </p:nvSpPr>
        <p:spPr>
          <a:xfrm>
            <a:off x="3246120" y="4297680"/>
            <a:ext cx="8074152" cy="685800"/>
          </a:xfrm>
          <a:prstGeom prst="rect">
            <a:avLst/>
          </a:prstGeom>
          <a:noFill/>
          <a:ln/>
        </p:spPr>
        <p:txBody>
          <a:bodyPr wrap="square" lIns="0" tIns="0" rIns="0" bIns="0" rtlCol="0" anchor="ctr"/>
          <a:lstStyle/>
          <a:p>
            <a:pPr indent="0" marL="0">
              <a:buNone/>
            </a:pPr>
            <a:r>
              <a:rPr lang="en-US" sz="1600" dirty="0">
                <a:solidFill>
                  <a:srgbClr val="F4F2EC"/>
                </a:solidFill>
                <a:latin typeface="Calibri" pitchFamily="34" charset="0"/>
                <a:ea typeface="Calibri" pitchFamily="34" charset="-122"/>
                <a:cs typeface="Calibri" pitchFamily="34" charset="-120"/>
              </a:rPr>
              <a:t>Slide, tập dượt, chạy lại trên máy sạch, đánh giá chéo</a:t>
            </a:r>
            <a:endParaRPr lang="en-US" sz="1600" dirty="0"/>
          </a:p>
        </p:txBody>
      </p:sp>
      <p:sp>
        <p:nvSpPr>
          <p:cNvPr id="20" name="Text 18"/>
          <p:cNvSpPr txBox="1"/>
          <p:nvPr/>
        </p:nvSpPr>
        <p:spPr>
          <a:xfrm>
            <a:off x="640080" y="5303520"/>
            <a:ext cx="10908792" cy="822960"/>
          </a:xfrm>
          <a:prstGeom prst="rect">
            <a:avLst/>
          </a:prstGeom>
          <a:noFill/>
          <a:ln/>
        </p:spPr>
        <p:txBody>
          <a:bodyPr wrap="square" lIns="0" tIns="0" rIns="0" bIns="0" rtlCol="0" anchor="t"/>
          <a:lstStyle/>
          <a:p>
            <a:pPr indent="0" marL="0">
              <a:buNone/>
            </a:pPr>
            <a:r>
              <a:rPr lang="en-US" sz="1500" dirty="0">
                <a:solidFill>
                  <a:srgbClr val="B8C6D2"/>
                </a:solidFill>
                <a:latin typeface="Calibri" pitchFamily="34" charset="0"/>
                <a:ea typeface="Calibri" pitchFamily="34" charset="-122"/>
                <a:cs typeface="Calibri" pitchFamily="34" charset="-120"/>
              </a:rPr>
              <a:t>Rủi ro: race không tái hiện ổn định (chạy nhiều vòng, báo tỉ lệ) · máy yếu khi chạy Cal.com + PostgreSQL + k6 (giảm số VU) · cần chứng minh coverage nếu không tìm được lỗi.</a:t>
            </a:r>
            <a:endParaRPr lang="en-US" sz="1500" dirty="0"/>
          </a:p>
        </p:txBody>
      </p:sp>
      <p:sp>
        <p:nvSpPr>
          <p:cNvPr id="21" name="Text 19"/>
          <p:cNvSpPr txBox="1"/>
          <p:nvPr/>
        </p:nvSpPr>
        <p:spPr>
          <a:xfrm>
            <a:off x="640080" y="6355080"/>
            <a:ext cx="10332720" cy="274320"/>
          </a:xfrm>
          <a:prstGeom prst="rect">
            <a:avLst/>
          </a:prstGeom>
          <a:noFill/>
          <a:ln/>
        </p:spPr>
        <p:txBody>
          <a:bodyPr wrap="square" lIns="0" tIns="0" rIns="0" bIns="0" rtlCol="0" anchor="ctr"/>
          <a:lstStyle/>
          <a:p>
            <a:pPr indent="0" marL="0">
              <a:buNone/>
            </a:pPr>
            <a:r>
              <a:rPr lang="en-US" sz="1200" dirty="0">
                <a:solidFill>
                  <a:srgbClr val="8C9AA8"/>
                </a:solidFill>
                <a:latin typeface="Calibri" pitchFamily="34" charset="0"/>
                <a:ea typeface="Calibri" pitchFamily="34" charset="-122"/>
                <a:cs typeface="Calibri" pitchFamily="34" charset="-120"/>
              </a:rPr>
              <a:t>Cảm ơn thầy và các bạn. Mời đặt câu hỏi.</a:t>
            </a:r>
            <a:endParaRPr lang="en-US" sz="1200" dirty="0"/>
          </a:p>
        </p:txBody>
      </p:sp>
      <p:sp>
        <p:nvSpPr>
          <p:cNvPr id="25" name="Slide Number Placeholder 0"/>
          <p:cNvSpPr>
            <a:spLocks noGrp="1"/>
          </p:cNvSpPr>
          <p:nvPr>
            <p:ph type="sldNum" sz="quarter" idx="4294967295"/>
          </p:nvPr>
        </p:nvSpPr>
        <p:spPr>
          <a:xfrm>
            <a:off x="11155680" y="6355080"/>
            <a:ext cx="45720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8C9AA8"/>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R05-K15 – Báo cáo giữa kỳ</dc:title>
  <dc:subject>PptxGenJS Presentation</dc:subject>
  <dc:creator>Nhóm R05-K15</dc:creator>
  <cp:lastModifiedBy>Nhóm R05-K15</cp:lastModifiedBy>
  <cp:revision>1</cp:revision>
  <dcterms:created xsi:type="dcterms:W3CDTF">2026-10-12T11:23:54Z</dcterms:created>
  <dcterms:modified xsi:type="dcterms:W3CDTF">2026-10-12T11:23:54Z</dcterms:modified>
</cp:coreProperties>
</file>