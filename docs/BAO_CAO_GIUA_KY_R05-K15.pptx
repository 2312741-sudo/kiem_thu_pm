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fa5adf8b-2168-91ef-f2d4-654d810cc253}">
          <p14:sldIdLst>
            <p14:sldId id="256"/>
            <p14:sldId id="257"/>
          </p14:sldIdLst>
        </p14:section>
        <p14:section name="Tiến độ" id="{1968de12-6516-c9f1-b632-149ddf5ac809}">
          <p14:sldIdLst>
            <p14:sldId id="258"/>
          </p14:sldIdLst>
        </p14:section>
        <p14:section name="Hệ thống và kiểm thử" id="{0e9995a9-b09b-ef82-f91e-32b1be630b8a}">
          <p14:sldIdLst>
            <p14:sldId id="259"/>
            <p14:sldId id="260"/>
          </p14:sldIdLst>
        </p14:section>
        <p14:section name="Kế hoạch kiểm thử" id="{8b394beb-0ad1-3d07-ef44-ce961fe4d586}">
          <p14:sldIdLst>
            <p14:sldId id="261"/>
          </p14:sldIdLst>
        </p14:section>
        <p14:section name="Kết quả sơ bộ" id="{5be1e883-1555-7105-3d63-6499d3d4b382}">
          <p14:sldIdLst>
            <p14:sldId id="262"/>
          </p14:sldIdLst>
        </p14:section>
        <p14:section name="Tiếp theo" id="{a6b0e9cc-b5a9-dd9f-bee4-5f8eb4cbe1ef}">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sơ bộ: S1 đặt cùng slot PASS nhờ khóa idempotency. S2 đặt hai slot chồng lấn thì FAIL ở mọi vòng: host bị đặt chồng. Đây là lý do nhóm chọn kỹ thuật này. Nhóm đã chạy đủ 8 scenario; kết quả đầy đủ, nguyên nhân gốc và thí nghiệm khắc phục xin để dành cho buổi bảo vệ cuối kỳ. Con số 20/20 đến từ thí nghiệm riêng với 2 request, 20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Đã dựng hệ thống, đã vẽ kiến trúc, đã có kế hoạch kiểm thử và kết quả thử nghiệm đầu tiên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13</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420624">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 chạy lại trên máy khác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đã tạo; đang thêm thẻ và gán người,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github.com/users/2312741-sudo/projects/1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05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KẾT QUẢ THỬ NGHIỆM ĐẦU TIÊN</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cơ chế bảo vệ hoạt động, một cơ chế thì không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383280"/>
                <a:gridCol w="2926080"/>
                <a:gridCol w="1828800"/>
                <a:gridCol w="2770632"/>
              </a:tblGrid>
              <a:tr h="566928">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Thử nghiệm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10 request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Gửi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CSDL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66928">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S1 · cùng một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 (0/10 vòng sai)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booking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S2 · slot lệch giờ, chồng lấn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FAIL (10/10 vòng sai)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10 booking chồng nhau</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Shape 2"/>
          <p:cNvSpPr/>
          <p:nvPr/>
        </p:nvSpPr>
        <p:spPr>
          <a:xfrm>
            <a:off x="640080" y="3749040"/>
            <a:ext cx="3422904" cy="2103120"/>
          </a:xfrm>
          <a:prstGeom prst="roundRect">
            <a:avLst>
              <a:gd name="adj" fmla="val 5217"/>
            </a:avLst>
          </a:prstGeom>
          <a:solidFill>
            <a:srgbClr val="FBFAF6"/>
          </a:solidFill>
          <a:ln w="12700">
            <a:solidFill>
              <a:srgbClr val="DAD6CC"/>
            </a:solidFill>
            <a:prstDash val="solid"/>
          </a:ln>
        </p:spPr>
      </p:sp>
      <p:sp>
        <p:nvSpPr>
          <p:cNvPr id="6" name="Text 3"/>
          <p:cNvSpPr txBox="1"/>
          <p:nvPr/>
        </p:nvSpPr>
        <p:spPr>
          <a:xfrm>
            <a:off x="914400"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Mã HTTP vẫn 200</a:t>
            </a:r>
            <a:endParaRPr lang="en-US" sz="2000" dirty="0"/>
          </a:p>
        </p:txBody>
      </p:sp>
      <p:sp>
        <p:nvSpPr>
          <p:cNvPr id="7" name="Text 4"/>
          <p:cNvSpPr txBox="1"/>
          <p:nvPr/>
        </p:nvSpPr>
        <p:spPr>
          <a:xfrm>
            <a:off x="914400"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Cả 10 request đều trả thành công. Chỉ truy vấn CSDL mới thấy dữ liệu sai.</a:t>
            </a:r>
            <a:endParaRPr lang="en-US" sz="1500" dirty="0"/>
          </a:p>
        </p:txBody>
      </p:sp>
      <p:sp>
        <p:nvSpPr>
          <p:cNvPr id="8" name="Shape 5"/>
          <p:cNvSpPr/>
          <p:nvPr/>
        </p:nvSpPr>
        <p:spPr>
          <a:xfrm>
            <a:off x="4383024" y="3749040"/>
            <a:ext cx="3422904" cy="2103120"/>
          </a:xfrm>
          <a:prstGeom prst="roundRect">
            <a:avLst>
              <a:gd name="adj" fmla="val 5217"/>
            </a:avLst>
          </a:prstGeom>
          <a:solidFill>
            <a:srgbClr val="FBFAF6"/>
          </a:solidFill>
          <a:ln w="12700">
            <a:solidFill>
              <a:srgbClr val="DAD6CC"/>
            </a:solidFill>
            <a:prstDash val="solid"/>
          </a:ln>
        </p:spPr>
      </p:sp>
      <p:sp>
        <p:nvSpPr>
          <p:cNvPr id="9" name="Text 6"/>
          <p:cNvSpPr txBox="1"/>
          <p:nvPr/>
        </p:nvSpPr>
        <p:spPr>
          <a:xfrm>
            <a:off x="4657344"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Chỉ cần 2 người</a:t>
            </a:r>
            <a:endParaRPr lang="en-US" sz="2000" dirty="0"/>
          </a:p>
        </p:txBody>
      </p:sp>
      <p:sp>
        <p:nvSpPr>
          <p:cNvPr id="10" name="Text 7"/>
          <p:cNvSpPr txBox="1"/>
          <p:nvPr/>
        </p:nvSpPr>
        <p:spPr>
          <a:xfrm>
            <a:off x="4657344"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Thí nghiệm riêng với 2 request đồng thời, 20 vòng: S2 vi phạm 20/20 (results/sensitivity-n2).</a:t>
            </a:r>
            <a:endParaRPr lang="en-US" sz="1500" dirty="0"/>
          </a:p>
        </p:txBody>
      </p:sp>
      <p:sp>
        <p:nvSpPr>
          <p:cNvPr id="11" name="Shape 8"/>
          <p:cNvSpPr/>
          <p:nvPr/>
        </p:nvSpPr>
        <p:spPr>
          <a:xfrm>
            <a:off x="8125968" y="3749040"/>
            <a:ext cx="3422904" cy="2103120"/>
          </a:xfrm>
          <a:prstGeom prst="roundRect">
            <a:avLst>
              <a:gd name="adj" fmla="val 5217"/>
            </a:avLst>
          </a:prstGeom>
          <a:solidFill>
            <a:srgbClr val="FBFAF6"/>
          </a:solidFill>
          <a:ln w="12700">
            <a:solidFill>
              <a:srgbClr val="DAD6CC"/>
            </a:solidFill>
            <a:prstDash val="solid"/>
          </a:ln>
        </p:spPr>
      </p:sp>
      <p:sp>
        <p:nvSpPr>
          <p:cNvPr id="12" name="Text 9"/>
          <p:cNvSpPr txBox="1"/>
          <p:nvPr/>
        </p:nvSpPr>
        <p:spPr>
          <a:xfrm>
            <a:off x="8400288"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Do khóa quá hẹp</a:t>
            </a:r>
            <a:endParaRPr lang="en-US" sz="2000" dirty="0"/>
          </a:p>
        </p:txBody>
      </p:sp>
      <p:sp>
        <p:nvSpPr>
          <p:cNvPr id="13" name="Text 10"/>
          <p:cNvSpPr txBox="1"/>
          <p:nvPr/>
        </p:nvSpPr>
        <p:spPr>
          <a:xfrm>
            <a:off x="8400288"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idempotencyKey chỉ bắt slot trùng khít start, end và host.</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Bảng: 10 request/vòng; demo chạy 3 vòng, kết quả chuẩn 10 vòng · Nhóm đã chạy đủ 8 scenario, trình bày ở cuối kỳ</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chạy lại toàn bộ trên máy sạch của thành viên khác</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2026-10-13T01:08:15Z</dcterms:created>
  <dcterms:modified xsi:type="dcterms:W3CDTF">2026-10-13T01:08:15Z</dcterms:modified>
</cp:coreProperties>
</file>